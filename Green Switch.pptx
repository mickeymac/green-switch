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0378779624000105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researchgate.net/publication/388965967_IoT-Enabled_Energy_Management_Systems_For_Sustainable_Energy_Storage_Design_Optimization_And_Future_Directions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1/14/4756?utm_source=chatgpt.com" TargetMode="External"/><Relationship Id="rId5" Type="http://schemas.openxmlformats.org/officeDocument/2006/relationships/hyperlink" Target="https://repository.lppm.unila.ac.id/46624/3/6131.pdf?utm_source=chatgpt.com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www.ijert.org/iot-based-smart-energy-management-system-using-pzem-004t-sensor-node-mcu?utm_source=chatgpt.com" TargetMode="External"/><Relationship Id="rId9" Type="http://schemas.openxmlformats.org/officeDocument/2006/relationships/hyperlink" Target="https://www.ijcrt.org/papers/IJCRT2412444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278194"/>
            <a:ext cx="5236590" cy="112302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774487"/>
            <a:ext cx="6423475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SIH25116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An </a:t>
            </a:r>
            <a:r>
              <a:rPr lang="en-IN" sz="2400" b="1" dirty="0"/>
              <a:t>Intelligent Energy Saver &amp; Monitoring System (IoT + ML for Classrooms &amp; Offices)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Sustainable Energy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IN" sz="2400" b="1" dirty="0"/>
              <a:t>112433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IN" sz="2400" b="1" dirty="0"/>
              <a:t>CodeMinds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8662"/>
            <a:ext cx="10972800" cy="1151662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Green Switch: </a:t>
            </a: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Energy Saver and Monitoring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7411" y="6400801"/>
            <a:ext cx="318447" cy="4572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D694983-FC60-5BC6-D1C9-31FE8F59F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70604"/>
              </p:ext>
            </p:extLst>
          </p:nvPr>
        </p:nvGraphicFramePr>
        <p:xfrm>
          <a:off x="60093" y="1227394"/>
          <a:ext cx="6330875" cy="188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0875">
                  <a:extLst>
                    <a:ext uri="{9D8B030D-6E8A-4147-A177-3AD203B41FA5}">
                      <a16:colId xmlns:a16="http://schemas.microsoft.com/office/drawing/2014/main" val="978197011"/>
                    </a:ext>
                  </a:extLst>
                </a:gridCol>
              </a:tblGrid>
              <a:tr h="188943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Millions of classrooms, offices, and industrial spaces waste electricity daily because lights, fans and other appliances are left ON without monitoring. This leads to high electricity bills and increased CO₂ emissions, harming the environment.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8864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5D0304A-DF62-6C2F-128C-116DBE9EF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514490"/>
              </p:ext>
            </p:extLst>
          </p:nvPr>
        </p:nvGraphicFramePr>
        <p:xfrm>
          <a:off x="6560739" y="1227394"/>
          <a:ext cx="54051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5119">
                  <a:extLst>
                    <a:ext uri="{9D8B030D-6E8A-4147-A177-3AD203B41FA5}">
                      <a16:colId xmlns:a16="http://schemas.microsoft.com/office/drawing/2014/main" val="3432109299"/>
                    </a:ext>
                  </a:extLst>
                </a:gridCol>
              </a:tblGrid>
              <a:tr h="19738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Develop a smart IoT and AI-powered system that intelligently monitors human presence, automates lights and fans zone-wise, delivers real-time energy analytics, and drives substantial cost savings and CO₂ reduction for classrooms, offices, and industries.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24175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354A45-CD4E-F353-06B3-A2AE319820F6}"/>
              </a:ext>
            </a:extLst>
          </p:cNvPr>
          <p:cNvSpPr/>
          <p:nvPr/>
        </p:nvSpPr>
        <p:spPr>
          <a:xfrm>
            <a:off x="1516221" y="1269812"/>
            <a:ext cx="3418617" cy="38505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Problem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Statement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CE1ABE-0EFF-007A-003D-4194158EED2B}"/>
              </a:ext>
            </a:extLst>
          </p:cNvPr>
          <p:cNvSpPr/>
          <p:nvPr/>
        </p:nvSpPr>
        <p:spPr>
          <a:xfrm>
            <a:off x="7553989" y="1286206"/>
            <a:ext cx="3418617" cy="38505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Proposed solution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A673D25-C721-1661-7807-1A2845ABC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739571"/>
              </p:ext>
            </p:extLst>
          </p:nvPr>
        </p:nvGraphicFramePr>
        <p:xfrm>
          <a:off x="80857" y="3201220"/>
          <a:ext cx="517066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0668">
                  <a:extLst>
                    <a:ext uri="{9D8B030D-6E8A-4147-A177-3AD203B41FA5}">
                      <a16:colId xmlns:a16="http://schemas.microsoft.com/office/drawing/2014/main" val="3432109299"/>
                    </a:ext>
                  </a:extLst>
                </a:gridCol>
              </a:tblGrid>
              <a:tr h="221307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Zone-based human detection for precise control.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Real-time IoT + AI/ML automation.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Dashboard with live monitoring and analytics.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Designed for high-energy spaces (classrooms/offices/industries).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Uses existing cameras, reducing hardware cost.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24175"/>
                  </a:ext>
                </a:extLst>
              </a:tr>
            </a:tbl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7FDA87-526D-5444-67B3-CCBDA266B78A}"/>
              </a:ext>
            </a:extLst>
          </p:cNvPr>
          <p:cNvSpPr/>
          <p:nvPr/>
        </p:nvSpPr>
        <p:spPr>
          <a:xfrm>
            <a:off x="970529" y="3247687"/>
            <a:ext cx="3418617" cy="38505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Innovation and Uniqueness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84F433-FC4B-F56D-15EA-9D012A334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26" y="3260032"/>
            <a:ext cx="6037005" cy="35408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5EF036-7A72-A4A0-FE3C-5D68E2F76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657" y="-209695"/>
            <a:ext cx="1448513" cy="1467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2471" y="6481554"/>
            <a:ext cx="347944" cy="365125"/>
          </a:xfrm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F21AC8-CA66-DA08-4CF2-E23469B9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811" y="1405708"/>
            <a:ext cx="6248189" cy="6122476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02732DB-BB9B-8CF4-885A-81D2CADF9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735947"/>
              </p:ext>
            </p:extLst>
          </p:nvPr>
        </p:nvGraphicFramePr>
        <p:xfrm>
          <a:off x="186813" y="1048668"/>
          <a:ext cx="5592701" cy="5645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501">
                  <a:extLst>
                    <a:ext uri="{9D8B030D-6E8A-4147-A177-3AD203B41FA5}">
                      <a16:colId xmlns:a16="http://schemas.microsoft.com/office/drawing/2014/main" val="625886764"/>
                    </a:ext>
                  </a:extLst>
                </a:gridCol>
                <a:gridCol w="1884600">
                  <a:extLst>
                    <a:ext uri="{9D8B030D-6E8A-4147-A177-3AD203B41FA5}">
                      <a16:colId xmlns:a16="http://schemas.microsoft.com/office/drawing/2014/main" val="9461575"/>
                    </a:ext>
                  </a:extLst>
                </a:gridCol>
                <a:gridCol w="1884600">
                  <a:extLst>
                    <a:ext uri="{9D8B030D-6E8A-4147-A177-3AD203B41FA5}">
                      <a16:colId xmlns:a16="http://schemas.microsoft.com/office/drawing/2014/main" val="1300812004"/>
                    </a:ext>
                  </a:extLst>
                </a:gridCol>
              </a:tblGrid>
              <a:tr h="528035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Technologies / Tools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Purpose / Function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367476"/>
                  </a:ext>
                </a:extLst>
              </a:tr>
              <a:tr h="150879">
                <a:tc rowSpan="6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Hardware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ESP32 WROOM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IoT controller / Node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1965235244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PIR Sensor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Detect motion / occupancy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1599115110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DHT11 Sensor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Measure temperature &amp; humidity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1112968088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2-Channel Relay Module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Control appliances (lights/fans)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2385915234"/>
                  </a:ext>
                </a:extLst>
              </a:tr>
              <a:tr h="26402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ACS712 Sensors (x2)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Measure current consumption of each appliance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853014905"/>
                  </a:ext>
                </a:extLst>
              </a:tr>
              <a:tr h="26402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Camera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Provides input for human detection / ML model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957548692"/>
                  </a:ext>
                </a:extLst>
              </a:tr>
              <a:tr h="150879">
                <a:tc row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Backend</a:t>
                      </a:r>
                      <a:endParaRPr lang="en-IN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Flask (Python)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Web server handling API requests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1109659534"/>
                  </a:ext>
                </a:extLst>
              </a:tr>
              <a:tr h="26402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MySQL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Store sensor data, usage history, and analytics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1838539411"/>
                  </a:ext>
                </a:extLst>
              </a:tr>
              <a:tr h="26402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Socket.IO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Real-time communication between node &amp; dashboard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2083043029"/>
                  </a:ext>
                </a:extLst>
              </a:tr>
              <a:tr h="26402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REST APIs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Data exchange between frontend and backend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629010340"/>
                  </a:ext>
                </a:extLst>
              </a:tr>
              <a:tr h="150879">
                <a:tc row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Frontend</a:t>
                      </a:r>
                      <a:endParaRPr lang="en-IN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HTML5/CSS3/JavaScript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Web interface for dashboard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3893183556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Tailwind CSS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Clean, responsive UI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2593408170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Chart.js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Visualize historical data and trends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3717356634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Socket.IO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Real-time updates for dashboard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2326645132"/>
                  </a:ext>
                </a:extLst>
              </a:tr>
              <a:tr h="150879">
                <a:tc row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Machine Learning</a:t>
                      </a:r>
                      <a:endParaRPr lang="en-IN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YOLOv8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Detect humans in camera feed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3220615258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OpenCV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Computer vision processing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378475174"/>
                  </a:ext>
                </a:extLst>
              </a:tr>
              <a:tr h="150879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PyTorch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ML model framework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990446862"/>
                  </a:ext>
                </a:extLst>
              </a:tr>
              <a:tr h="204866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Real-time Object Tracking</a:t>
                      </a:r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Identify occupancy in defined zones</a:t>
                      </a:r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4238779219"/>
                  </a:ext>
                </a:extLst>
              </a:tr>
              <a:tr h="82978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Methodology / Flow</a:t>
                      </a:r>
                      <a:endParaRPr lang="en-IN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Sensor Node → Backend → Dashboard → ML Feedback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</a:txBody>
                  <a:tcPr marL="45734" marR="45734" marT="22867" marB="22867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/>
                        <a:t>- Motion/temperature/current sensed by ESP32 node - Data sent via REST / Socket.IO - Dashboard shows real-time &amp; historical analytics - ML detects humans → triggers zone-wise appliance control</a:t>
                      </a:r>
                    </a:p>
                    <a:p>
                      <a:pPr>
                        <a:buNone/>
                      </a:pPr>
                      <a:endParaRPr lang="en-US" sz="900" dirty="0"/>
                    </a:p>
                  </a:txBody>
                  <a:tcPr marL="45734" marR="45734" marT="22867" marB="22867" anchor="ctr"/>
                </a:tc>
                <a:extLst>
                  <a:ext uri="{0D108BD9-81ED-4DB2-BD59-A6C34878D82A}">
                    <a16:rowId xmlns:a16="http://schemas.microsoft.com/office/drawing/2014/main" val="3407706723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9DDC73-5DBA-64A8-2848-E85C2D885EAC}"/>
              </a:ext>
            </a:extLst>
          </p:cNvPr>
          <p:cNvSpPr/>
          <p:nvPr/>
        </p:nvSpPr>
        <p:spPr>
          <a:xfrm>
            <a:off x="6422749" y="1020657"/>
            <a:ext cx="3418617" cy="38505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flow Diagram 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8DD5C-4047-AA55-EA54-2C5A7EF89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657" y="-209695"/>
            <a:ext cx="1448513" cy="14671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394929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B6690D-F065-6EE4-1DB4-AAC3C3124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24122"/>
              </p:ext>
            </p:extLst>
          </p:nvPr>
        </p:nvGraphicFramePr>
        <p:xfrm>
          <a:off x="609600" y="1592826"/>
          <a:ext cx="4729316" cy="1946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316">
                  <a:extLst>
                    <a:ext uri="{9D8B030D-6E8A-4147-A177-3AD203B41FA5}">
                      <a16:colId xmlns:a16="http://schemas.microsoft.com/office/drawing/2014/main" val="2681270961"/>
                    </a:ext>
                  </a:extLst>
                </a:gridCol>
              </a:tblGrid>
              <a:tr h="194678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Technical Feasibility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ＭＳ Ｐゴシック" pitchFamily="1" charset="-128"/>
                          <a:cs typeface="Arial" pitchFamily="34" charset="0"/>
                        </a:rPr>
                        <a:t>Leverages proven IoT hardware (ESP32, PIR, ACS712, DHT11) and robust open-source frameworks (Flask, YOLOv8, OpenCV, PyTorch) ensuring cost-efficiency and rapid prototyping.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ＭＳ Ｐゴシック" pitchFamily="1" charset="-128"/>
                          <a:cs typeface="Arial" pitchFamily="34" charset="0"/>
                        </a:rPr>
                        <a:t>System architecture is scalable and modular, enabling seamless integration of additional nodes, appliances, and analytics layers across diverse environments.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292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B1DCE1-C438-1529-4586-EF934B11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894186"/>
              </p:ext>
            </p:extLst>
          </p:nvPr>
        </p:nvGraphicFramePr>
        <p:xfrm>
          <a:off x="6700684" y="1607574"/>
          <a:ext cx="472931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316">
                  <a:extLst>
                    <a:ext uri="{9D8B030D-6E8A-4147-A177-3AD203B41FA5}">
                      <a16:colId xmlns:a16="http://schemas.microsoft.com/office/drawing/2014/main" val="2681270961"/>
                    </a:ext>
                  </a:extLst>
                </a:gridCol>
              </a:tblGrid>
              <a:tr h="20726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Challenges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Ensuring high accuracy of human detection in varied lighting and crowded conditions, avoiding false triggers.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Guaranteeing secure, reliable real-time operation of IoT devices while handling scalability across hundreds of nodes.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ea typeface="ＭＳ Ｐゴシック" pitchFamily="1" charset="-128"/>
                          <a:cs typeface="Times New Roman" panose="02020603050405020304" pitchFamily="18" charset="0"/>
                        </a:rPr>
                        <a:t>ITY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itchFamily="34" charset="0"/>
                        <a:ea typeface="ＭＳ Ｐゴシック" pitchFamily="1" charset="-128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2927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C02F3C-3038-3095-0CC0-4BCCDF2E7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096426"/>
              </p:ext>
            </p:extLst>
          </p:nvPr>
        </p:nvGraphicFramePr>
        <p:xfrm>
          <a:off x="609600" y="3657600"/>
          <a:ext cx="472931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316">
                  <a:extLst>
                    <a:ext uri="{9D8B030D-6E8A-4147-A177-3AD203B41FA5}">
                      <a16:colId xmlns:a16="http://schemas.microsoft.com/office/drawing/2014/main" val="2681270961"/>
                    </a:ext>
                  </a:extLst>
                </a:gridCol>
              </a:tblGrid>
              <a:tr h="194678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Market Viability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ＭＳ Ｐゴシック" pitchFamily="1" charset="-128"/>
                          <a:cs typeface="Arial" pitchFamily="34" charset="0"/>
                        </a:rPr>
                        <a:t>Addresses a multi-billion-dollar problem of energy wastage in educational institutions, offices, and industries with an affordable, AI-driven automation system.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ＭＳ Ｐゴシック" pitchFamily="1" charset="-128"/>
                          <a:cs typeface="Arial" pitchFamily="34" charset="0"/>
                        </a:rPr>
                        <a:t>Provides a unique value proposition by combining real-time IoT monitoring, zone-based AI control, and historical analytics — outperforming traditional automation solutions.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2927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105718-BCEC-6B40-79C1-99863AAFC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732815"/>
              </p:ext>
            </p:extLst>
          </p:nvPr>
        </p:nvGraphicFramePr>
        <p:xfrm>
          <a:off x="6853084" y="3539613"/>
          <a:ext cx="472931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316">
                  <a:extLst>
                    <a:ext uri="{9D8B030D-6E8A-4147-A177-3AD203B41FA5}">
                      <a16:colId xmlns:a16="http://schemas.microsoft.com/office/drawing/2014/main" val="2681270961"/>
                    </a:ext>
                  </a:extLst>
                </a:gridCol>
              </a:tblGrid>
              <a:tr h="20726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Strategies to Overcome Challenges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Deploy advanced ML models with continuous retraining and implement edge-based decision-making for improved detection accuracy.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Arial" pitchFamily="34" charset="0"/>
                          <a:cs typeface="Arial" pitchFamily="34" charset="0"/>
                        </a:rPr>
                        <a:t>Integrate robust cybersecurity protocols, certified switching hardware, and optimized backend infrastructure to ensure safety, reliability, and scalability.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ea typeface="ＭＳ Ｐゴシック" pitchFamily="1" charset="-128"/>
                          <a:cs typeface="Times New Roman" panose="02020603050405020304" pitchFamily="18" charset="0"/>
                        </a:rPr>
                        <a:t>ITY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itchFamily="34" charset="0"/>
                        <a:ea typeface="ＭＳ Ｐゴシック" pitchFamily="1" charset="-128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2927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A7EB97C-A012-E47F-0FE4-31D0E531A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479" y="3335497"/>
            <a:ext cx="879766" cy="868851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42B1DB8-0A7C-13CC-9D99-4C9B78D9D195}"/>
              </a:ext>
            </a:extLst>
          </p:cNvPr>
          <p:cNvCxnSpPr>
            <a:cxnSpLocks/>
          </p:cNvCxnSpPr>
          <p:nvPr/>
        </p:nvCxnSpPr>
        <p:spPr>
          <a:xfrm>
            <a:off x="6243428" y="3965523"/>
            <a:ext cx="872722" cy="86885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638C7EE-DD51-B1A4-64D8-C96EAB68D154}"/>
              </a:ext>
            </a:extLst>
          </p:cNvPr>
          <p:cNvCxnSpPr>
            <a:cxnSpLocks/>
          </p:cNvCxnSpPr>
          <p:nvPr/>
        </p:nvCxnSpPr>
        <p:spPr>
          <a:xfrm flipV="1">
            <a:off x="6280245" y="2963037"/>
            <a:ext cx="690826" cy="643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83202F0-3078-43D8-82A9-CC4ADDAAF5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90943" y="3919255"/>
            <a:ext cx="909536" cy="830823"/>
          </a:xfrm>
          <a:prstGeom prst="bentConnector3">
            <a:avLst>
              <a:gd name="adj1" fmla="val 33785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DF9028D-0B6E-BC79-65E2-C2F706573E7C}"/>
              </a:ext>
            </a:extLst>
          </p:cNvPr>
          <p:cNvCxnSpPr>
            <a:cxnSpLocks/>
          </p:cNvCxnSpPr>
          <p:nvPr/>
        </p:nvCxnSpPr>
        <p:spPr>
          <a:xfrm rot="10800000">
            <a:off x="4648202" y="2651074"/>
            <a:ext cx="945040" cy="870004"/>
          </a:xfrm>
          <a:prstGeom prst="bentConnector3">
            <a:avLst>
              <a:gd name="adj1" fmla="val 26071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5F62DF7-5C70-B544-E255-91FEAA658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657" y="-209695"/>
            <a:ext cx="1448513" cy="146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008821" y="2034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42710" y="6470754"/>
            <a:ext cx="345993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19" name="Rectangle: Rounded Corners 17518">
            <a:extLst>
              <a:ext uri="{FF2B5EF4-FFF2-40B4-BE49-F238E27FC236}">
                <a16:creationId xmlns:a16="http://schemas.microsoft.com/office/drawing/2014/main" id="{F5D78411-D4DC-AFB2-AD8D-99DD4CCDD92E}"/>
              </a:ext>
            </a:extLst>
          </p:cNvPr>
          <p:cNvSpPr/>
          <p:nvPr/>
        </p:nvSpPr>
        <p:spPr>
          <a:xfrm>
            <a:off x="7563261" y="1163343"/>
            <a:ext cx="3418617" cy="484573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Potential Impact on Target Audience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520" name="Rectangle: Rounded Corners 17519">
            <a:extLst>
              <a:ext uri="{FF2B5EF4-FFF2-40B4-BE49-F238E27FC236}">
                <a16:creationId xmlns:a16="http://schemas.microsoft.com/office/drawing/2014/main" id="{26C8375B-A4F3-0489-E73C-6BE618D128E5}"/>
              </a:ext>
            </a:extLst>
          </p:cNvPr>
          <p:cNvSpPr/>
          <p:nvPr/>
        </p:nvSpPr>
        <p:spPr>
          <a:xfrm>
            <a:off x="1720736" y="1170950"/>
            <a:ext cx="3418617" cy="38505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Benefits of Solution 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7670" name="Group 17669">
            <a:extLst>
              <a:ext uri="{FF2B5EF4-FFF2-40B4-BE49-F238E27FC236}">
                <a16:creationId xmlns:a16="http://schemas.microsoft.com/office/drawing/2014/main" id="{ECE98FC8-DCEA-2B0E-918D-09A470E5830F}"/>
              </a:ext>
            </a:extLst>
          </p:cNvPr>
          <p:cNvGrpSpPr/>
          <p:nvPr/>
        </p:nvGrpSpPr>
        <p:grpSpPr>
          <a:xfrm>
            <a:off x="60094" y="1735446"/>
            <a:ext cx="6904354" cy="5389253"/>
            <a:chOff x="894871" y="957259"/>
            <a:chExt cx="12358818" cy="6060291"/>
          </a:xfrm>
        </p:grpSpPr>
        <p:sp>
          <p:nvSpPr>
            <p:cNvPr id="17671" name="Rounded Rectangle 52">
              <a:extLst>
                <a:ext uri="{FF2B5EF4-FFF2-40B4-BE49-F238E27FC236}">
                  <a16:creationId xmlns:a16="http://schemas.microsoft.com/office/drawing/2014/main" id="{F4ECD95C-5A97-838B-1463-3707EC339B14}"/>
                </a:ext>
              </a:extLst>
            </p:cNvPr>
            <p:cNvSpPr/>
            <p:nvPr/>
          </p:nvSpPr>
          <p:spPr>
            <a:xfrm>
              <a:off x="894871" y="957259"/>
              <a:ext cx="5317429" cy="13450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2" name="Freeform 117">
              <a:extLst>
                <a:ext uri="{FF2B5EF4-FFF2-40B4-BE49-F238E27FC236}">
                  <a16:creationId xmlns:a16="http://schemas.microsoft.com/office/drawing/2014/main" id="{7A243598-1DF0-544E-C730-8EA7291470DA}"/>
                </a:ext>
              </a:extLst>
            </p:cNvPr>
            <p:cNvSpPr/>
            <p:nvPr/>
          </p:nvSpPr>
          <p:spPr>
            <a:xfrm>
              <a:off x="5476449" y="957260"/>
              <a:ext cx="1745019" cy="3248053"/>
            </a:xfrm>
            <a:custGeom>
              <a:avLst/>
              <a:gdLst>
                <a:gd name="connsiteX0" fmla="*/ 0 w 1432848"/>
                <a:gd name="connsiteY0" fmla="*/ 0 h 2667000"/>
                <a:gd name="connsiteX1" fmla="*/ 51980 w 1432848"/>
                <a:gd name="connsiteY1" fmla="*/ 0 h 2667000"/>
                <a:gd name="connsiteX2" fmla="*/ 560817 w 1432848"/>
                <a:gd name="connsiteY2" fmla="*/ 337280 h 2667000"/>
                <a:gd name="connsiteX3" fmla="*/ 583499 w 1432848"/>
                <a:gd name="connsiteY3" fmla="*/ 410350 h 2667000"/>
                <a:gd name="connsiteX4" fmla="*/ 728145 w 1432848"/>
                <a:gd name="connsiteY4" fmla="*/ 410350 h 2667000"/>
                <a:gd name="connsiteX5" fmla="*/ 728145 w 1432848"/>
                <a:gd name="connsiteY5" fmla="*/ 410710 h 2667000"/>
                <a:gd name="connsiteX6" fmla="*/ 791430 w 1432848"/>
                <a:gd name="connsiteY6" fmla="*/ 413037 h 2667000"/>
                <a:gd name="connsiteX7" fmla="*/ 1061887 w 1432848"/>
                <a:gd name="connsiteY7" fmla="*/ 497299 h 2667000"/>
                <a:gd name="connsiteX8" fmla="*/ 1425549 w 1432848"/>
                <a:gd name="connsiteY8" fmla="*/ 1021820 h 2667000"/>
                <a:gd name="connsiteX9" fmla="*/ 1431821 w 1432848"/>
                <a:gd name="connsiteY9" fmla="*/ 1104468 h 2667000"/>
                <a:gd name="connsiteX10" fmla="*/ 1432848 w 1432848"/>
                <a:gd name="connsiteY10" fmla="*/ 1104468 h 2667000"/>
                <a:gd name="connsiteX11" fmla="*/ 1432848 w 1432848"/>
                <a:gd name="connsiteY11" fmla="*/ 2667000 h 2667000"/>
                <a:gd name="connsiteX12" fmla="*/ 1191084 w 1432848"/>
                <a:gd name="connsiteY12" fmla="*/ 2667000 h 2667000"/>
                <a:gd name="connsiteX13" fmla="*/ 1191084 w 1432848"/>
                <a:gd name="connsiteY13" fmla="*/ 1107352 h 2667000"/>
                <a:gd name="connsiteX14" fmla="*/ 1187201 w 1432848"/>
                <a:gd name="connsiteY14" fmla="*/ 1056184 h 2667000"/>
                <a:gd name="connsiteX15" fmla="*/ 946108 w 1432848"/>
                <a:gd name="connsiteY15" fmla="*/ 708447 h 2667000"/>
                <a:gd name="connsiteX16" fmla="*/ 766806 w 1432848"/>
                <a:gd name="connsiteY16" fmla="*/ 652585 h 2667000"/>
                <a:gd name="connsiteX17" fmla="*/ 728145 w 1432848"/>
                <a:gd name="connsiteY17" fmla="*/ 651163 h 2667000"/>
                <a:gd name="connsiteX18" fmla="*/ 728145 w 1432848"/>
                <a:gd name="connsiteY18" fmla="*/ 652114 h 2667000"/>
                <a:gd name="connsiteX19" fmla="*/ 594146 w 1432848"/>
                <a:gd name="connsiteY19" fmla="*/ 652114 h 2667000"/>
                <a:gd name="connsiteX20" fmla="*/ 592995 w 1432848"/>
                <a:gd name="connsiteY20" fmla="*/ 663528 h 2667000"/>
                <a:gd name="connsiteX21" fmla="*/ 51980 w 1432848"/>
                <a:gd name="connsiteY21" fmla="*/ 1104468 h 2667000"/>
                <a:gd name="connsiteX22" fmla="*/ 0 w 1432848"/>
                <a:gd name="connsiteY22" fmla="*/ 1104468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32848" h="2667000">
                  <a:moveTo>
                    <a:pt x="0" y="0"/>
                  </a:moveTo>
                  <a:lnTo>
                    <a:pt x="51980" y="0"/>
                  </a:lnTo>
                  <a:cubicBezTo>
                    <a:pt x="280723" y="0"/>
                    <a:pt x="476983" y="139075"/>
                    <a:pt x="560817" y="337280"/>
                  </a:cubicBezTo>
                  <a:lnTo>
                    <a:pt x="583499" y="410350"/>
                  </a:lnTo>
                  <a:lnTo>
                    <a:pt x="728145" y="410350"/>
                  </a:lnTo>
                  <a:lnTo>
                    <a:pt x="728145" y="410710"/>
                  </a:lnTo>
                  <a:lnTo>
                    <a:pt x="791430" y="413037"/>
                  </a:lnTo>
                  <a:cubicBezTo>
                    <a:pt x="884800" y="422623"/>
                    <a:pt x="976825" y="450657"/>
                    <a:pt x="1061887" y="497299"/>
                  </a:cubicBezTo>
                  <a:cubicBezTo>
                    <a:pt x="1260366" y="606132"/>
                    <a:pt x="1393803" y="801403"/>
                    <a:pt x="1425549" y="1021820"/>
                  </a:cubicBezTo>
                  <a:lnTo>
                    <a:pt x="1431821" y="1104468"/>
                  </a:lnTo>
                  <a:lnTo>
                    <a:pt x="1432848" y="1104468"/>
                  </a:lnTo>
                  <a:lnTo>
                    <a:pt x="1432848" y="2667000"/>
                  </a:lnTo>
                  <a:lnTo>
                    <a:pt x="1191084" y="2667000"/>
                  </a:lnTo>
                  <a:lnTo>
                    <a:pt x="1191084" y="1107352"/>
                  </a:lnTo>
                  <a:lnTo>
                    <a:pt x="1187201" y="1056184"/>
                  </a:lnTo>
                  <a:cubicBezTo>
                    <a:pt x="1166155" y="910056"/>
                    <a:pt x="1077692" y="780599"/>
                    <a:pt x="946108" y="708447"/>
                  </a:cubicBezTo>
                  <a:cubicBezTo>
                    <a:pt x="889715" y="677525"/>
                    <a:pt x="828706" y="658940"/>
                    <a:pt x="766806" y="652585"/>
                  </a:cubicBezTo>
                  <a:lnTo>
                    <a:pt x="728145" y="651163"/>
                  </a:lnTo>
                  <a:lnTo>
                    <a:pt x="728145" y="652114"/>
                  </a:lnTo>
                  <a:lnTo>
                    <a:pt x="594146" y="652114"/>
                  </a:lnTo>
                  <a:lnTo>
                    <a:pt x="592995" y="663528"/>
                  </a:lnTo>
                  <a:cubicBezTo>
                    <a:pt x="541501" y="915172"/>
                    <a:pt x="318847" y="1104468"/>
                    <a:pt x="51980" y="1104468"/>
                  </a:cubicBezTo>
                  <a:lnTo>
                    <a:pt x="0" y="11044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3" name="Rounded Rectangle 38">
              <a:extLst>
                <a:ext uri="{FF2B5EF4-FFF2-40B4-BE49-F238E27FC236}">
                  <a16:creationId xmlns:a16="http://schemas.microsoft.com/office/drawing/2014/main" id="{4D217CAE-B243-4FD6-9062-A50B012AC9AC}"/>
                </a:ext>
              </a:extLst>
            </p:cNvPr>
            <p:cNvSpPr/>
            <p:nvPr/>
          </p:nvSpPr>
          <p:spPr>
            <a:xfrm flipH="1">
              <a:off x="7936261" y="1894671"/>
              <a:ext cx="5317428" cy="13450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4" name="Freeform 113">
              <a:extLst>
                <a:ext uri="{FF2B5EF4-FFF2-40B4-BE49-F238E27FC236}">
                  <a16:creationId xmlns:a16="http://schemas.microsoft.com/office/drawing/2014/main" id="{B1A329F9-AF0B-BECF-F697-2D769A7BD1D1}"/>
                </a:ext>
              </a:extLst>
            </p:cNvPr>
            <p:cNvSpPr/>
            <p:nvPr/>
          </p:nvSpPr>
          <p:spPr>
            <a:xfrm flipH="1">
              <a:off x="6927095" y="1894672"/>
              <a:ext cx="1732565" cy="3248053"/>
            </a:xfrm>
            <a:custGeom>
              <a:avLst/>
              <a:gdLst>
                <a:gd name="connsiteX0" fmla="*/ 41754 w 1422622"/>
                <a:gd name="connsiteY0" fmla="*/ 0 h 2667000"/>
                <a:gd name="connsiteX1" fmla="*/ 0 w 1422622"/>
                <a:gd name="connsiteY1" fmla="*/ 0 h 2667000"/>
                <a:gd name="connsiteX2" fmla="*/ 0 w 1422622"/>
                <a:gd name="connsiteY2" fmla="*/ 1104468 h 2667000"/>
                <a:gd name="connsiteX3" fmla="*/ 41754 w 1422622"/>
                <a:gd name="connsiteY3" fmla="*/ 1104468 h 2667000"/>
                <a:gd name="connsiteX4" fmla="*/ 582769 w 1422622"/>
                <a:gd name="connsiteY4" fmla="*/ 663528 h 2667000"/>
                <a:gd name="connsiteX5" fmla="*/ 583920 w 1422622"/>
                <a:gd name="connsiteY5" fmla="*/ 652114 h 2667000"/>
                <a:gd name="connsiteX6" fmla="*/ 717919 w 1422622"/>
                <a:gd name="connsiteY6" fmla="*/ 652114 h 2667000"/>
                <a:gd name="connsiteX7" fmla="*/ 717919 w 1422622"/>
                <a:gd name="connsiteY7" fmla="*/ 651163 h 2667000"/>
                <a:gd name="connsiteX8" fmla="*/ 756580 w 1422622"/>
                <a:gd name="connsiteY8" fmla="*/ 652585 h 2667000"/>
                <a:gd name="connsiteX9" fmla="*/ 935882 w 1422622"/>
                <a:gd name="connsiteY9" fmla="*/ 708447 h 2667000"/>
                <a:gd name="connsiteX10" fmla="*/ 1176975 w 1422622"/>
                <a:gd name="connsiteY10" fmla="*/ 1056184 h 2667000"/>
                <a:gd name="connsiteX11" fmla="*/ 1180858 w 1422622"/>
                <a:gd name="connsiteY11" fmla="*/ 1107352 h 2667000"/>
                <a:gd name="connsiteX12" fmla="*/ 1180858 w 1422622"/>
                <a:gd name="connsiteY12" fmla="*/ 2667000 h 2667000"/>
                <a:gd name="connsiteX13" fmla="*/ 1422622 w 1422622"/>
                <a:gd name="connsiteY13" fmla="*/ 2667000 h 2667000"/>
                <a:gd name="connsiteX14" fmla="*/ 1422622 w 1422622"/>
                <a:gd name="connsiteY14" fmla="*/ 1104468 h 2667000"/>
                <a:gd name="connsiteX15" fmla="*/ 1421595 w 1422622"/>
                <a:gd name="connsiteY15" fmla="*/ 1104468 h 2667000"/>
                <a:gd name="connsiteX16" fmla="*/ 1415323 w 1422622"/>
                <a:gd name="connsiteY16" fmla="*/ 1021820 h 2667000"/>
                <a:gd name="connsiteX17" fmla="*/ 1051661 w 1422622"/>
                <a:gd name="connsiteY17" fmla="*/ 497299 h 2667000"/>
                <a:gd name="connsiteX18" fmla="*/ 781204 w 1422622"/>
                <a:gd name="connsiteY18" fmla="*/ 413037 h 2667000"/>
                <a:gd name="connsiteX19" fmla="*/ 717919 w 1422622"/>
                <a:gd name="connsiteY19" fmla="*/ 410710 h 2667000"/>
                <a:gd name="connsiteX20" fmla="*/ 717919 w 1422622"/>
                <a:gd name="connsiteY20" fmla="*/ 410350 h 2667000"/>
                <a:gd name="connsiteX21" fmla="*/ 573273 w 1422622"/>
                <a:gd name="connsiteY21" fmla="*/ 410350 h 2667000"/>
                <a:gd name="connsiteX22" fmla="*/ 550591 w 1422622"/>
                <a:gd name="connsiteY22" fmla="*/ 337280 h 2667000"/>
                <a:gd name="connsiteX23" fmla="*/ 41754 w 1422622"/>
                <a:gd name="connsiteY23" fmla="*/ 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22622" h="2667000">
                  <a:moveTo>
                    <a:pt x="41754" y="0"/>
                  </a:moveTo>
                  <a:lnTo>
                    <a:pt x="0" y="0"/>
                  </a:lnTo>
                  <a:lnTo>
                    <a:pt x="0" y="1104468"/>
                  </a:lnTo>
                  <a:lnTo>
                    <a:pt x="41754" y="1104468"/>
                  </a:lnTo>
                  <a:cubicBezTo>
                    <a:pt x="308620" y="1104468"/>
                    <a:pt x="531275" y="915172"/>
                    <a:pt x="582769" y="663528"/>
                  </a:cubicBezTo>
                  <a:lnTo>
                    <a:pt x="583920" y="652114"/>
                  </a:lnTo>
                  <a:lnTo>
                    <a:pt x="717919" y="652114"/>
                  </a:lnTo>
                  <a:lnTo>
                    <a:pt x="717919" y="651163"/>
                  </a:lnTo>
                  <a:lnTo>
                    <a:pt x="756580" y="652585"/>
                  </a:lnTo>
                  <a:cubicBezTo>
                    <a:pt x="818480" y="658940"/>
                    <a:pt x="879489" y="677526"/>
                    <a:pt x="935882" y="708447"/>
                  </a:cubicBezTo>
                  <a:cubicBezTo>
                    <a:pt x="1067466" y="780599"/>
                    <a:pt x="1155929" y="910056"/>
                    <a:pt x="1176975" y="1056184"/>
                  </a:cubicBezTo>
                  <a:lnTo>
                    <a:pt x="1180858" y="1107352"/>
                  </a:lnTo>
                  <a:lnTo>
                    <a:pt x="1180858" y="2667000"/>
                  </a:lnTo>
                  <a:lnTo>
                    <a:pt x="1422622" y="2667000"/>
                  </a:lnTo>
                  <a:lnTo>
                    <a:pt x="1422622" y="1104468"/>
                  </a:lnTo>
                  <a:lnTo>
                    <a:pt x="1421595" y="1104468"/>
                  </a:lnTo>
                  <a:lnTo>
                    <a:pt x="1415323" y="1021820"/>
                  </a:lnTo>
                  <a:cubicBezTo>
                    <a:pt x="1383577" y="801403"/>
                    <a:pt x="1250140" y="606132"/>
                    <a:pt x="1051661" y="497299"/>
                  </a:cubicBezTo>
                  <a:cubicBezTo>
                    <a:pt x="966599" y="450657"/>
                    <a:pt x="874574" y="422623"/>
                    <a:pt x="781204" y="413037"/>
                  </a:cubicBezTo>
                  <a:lnTo>
                    <a:pt x="717919" y="410710"/>
                  </a:lnTo>
                  <a:lnTo>
                    <a:pt x="717919" y="410350"/>
                  </a:lnTo>
                  <a:lnTo>
                    <a:pt x="573273" y="410350"/>
                  </a:lnTo>
                  <a:lnTo>
                    <a:pt x="550591" y="337280"/>
                  </a:lnTo>
                  <a:cubicBezTo>
                    <a:pt x="466757" y="139075"/>
                    <a:pt x="270497" y="0"/>
                    <a:pt x="4175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5" name="Rounded Rectangle 45">
              <a:extLst>
                <a:ext uri="{FF2B5EF4-FFF2-40B4-BE49-F238E27FC236}">
                  <a16:creationId xmlns:a16="http://schemas.microsoft.com/office/drawing/2014/main" id="{6E6AF086-D090-97CE-714D-46D38DB13CD4}"/>
                </a:ext>
              </a:extLst>
            </p:cNvPr>
            <p:cNvSpPr/>
            <p:nvPr/>
          </p:nvSpPr>
          <p:spPr>
            <a:xfrm>
              <a:off x="894871" y="2832084"/>
              <a:ext cx="5317431" cy="13450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6" name="Freeform 119">
              <a:extLst>
                <a:ext uri="{FF2B5EF4-FFF2-40B4-BE49-F238E27FC236}">
                  <a16:creationId xmlns:a16="http://schemas.microsoft.com/office/drawing/2014/main" id="{2ABF6541-4E9F-982D-DAFC-D57E66B5531F}"/>
                </a:ext>
              </a:extLst>
            </p:cNvPr>
            <p:cNvSpPr/>
            <p:nvPr/>
          </p:nvSpPr>
          <p:spPr>
            <a:xfrm>
              <a:off x="5476449" y="2832084"/>
              <a:ext cx="1745019" cy="3248053"/>
            </a:xfrm>
            <a:custGeom>
              <a:avLst/>
              <a:gdLst>
                <a:gd name="connsiteX0" fmla="*/ 0 w 1432848"/>
                <a:gd name="connsiteY0" fmla="*/ 0 h 2667000"/>
                <a:gd name="connsiteX1" fmla="*/ 51980 w 1432848"/>
                <a:gd name="connsiteY1" fmla="*/ 0 h 2667000"/>
                <a:gd name="connsiteX2" fmla="*/ 560817 w 1432848"/>
                <a:gd name="connsiteY2" fmla="*/ 337280 h 2667000"/>
                <a:gd name="connsiteX3" fmla="*/ 583499 w 1432848"/>
                <a:gd name="connsiteY3" fmla="*/ 410350 h 2667000"/>
                <a:gd name="connsiteX4" fmla="*/ 728145 w 1432848"/>
                <a:gd name="connsiteY4" fmla="*/ 410350 h 2667000"/>
                <a:gd name="connsiteX5" fmla="*/ 728145 w 1432848"/>
                <a:gd name="connsiteY5" fmla="*/ 410710 h 2667000"/>
                <a:gd name="connsiteX6" fmla="*/ 791430 w 1432848"/>
                <a:gd name="connsiteY6" fmla="*/ 413037 h 2667000"/>
                <a:gd name="connsiteX7" fmla="*/ 1061887 w 1432848"/>
                <a:gd name="connsiteY7" fmla="*/ 497299 h 2667000"/>
                <a:gd name="connsiteX8" fmla="*/ 1425549 w 1432848"/>
                <a:gd name="connsiteY8" fmla="*/ 1021820 h 2667000"/>
                <a:gd name="connsiteX9" fmla="*/ 1431821 w 1432848"/>
                <a:gd name="connsiteY9" fmla="*/ 1104468 h 2667000"/>
                <a:gd name="connsiteX10" fmla="*/ 1432848 w 1432848"/>
                <a:gd name="connsiteY10" fmla="*/ 1104468 h 2667000"/>
                <a:gd name="connsiteX11" fmla="*/ 1432848 w 1432848"/>
                <a:gd name="connsiteY11" fmla="*/ 2667000 h 2667000"/>
                <a:gd name="connsiteX12" fmla="*/ 1191084 w 1432848"/>
                <a:gd name="connsiteY12" fmla="*/ 2667000 h 2667000"/>
                <a:gd name="connsiteX13" fmla="*/ 1191084 w 1432848"/>
                <a:gd name="connsiteY13" fmla="*/ 1107352 h 2667000"/>
                <a:gd name="connsiteX14" fmla="*/ 1187201 w 1432848"/>
                <a:gd name="connsiteY14" fmla="*/ 1056184 h 2667000"/>
                <a:gd name="connsiteX15" fmla="*/ 946108 w 1432848"/>
                <a:gd name="connsiteY15" fmla="*/ 708447 h 2667000"/>
                <a:gd name="connsiteX16" fmla="*/ 766806 w 1432848"/>
                <a:gd name="connsiteY16" fmla="*/ 652585 h 2667000"/>
                <a:gd name="connsiteX17" fmla="*/ 728145 w 1432848"/>
                <a:gd name="connsiteY17" fmla="*/ 651163 h 2667000"/>
                <a:gd name="connsiteX18" fmla="*/ 728145 w 1432848"/>
                <a:gd name="connsiteY18" fmla="*/ 652114 h 2667000"/>
                <a:gd name="connsiteX19" fmla="*/ 594146 w 1432848"/>
                <a:gd name="connsiteY19" fmla="*/ 652114 h 2667000"/>
                <a:gd name="connsiteX20" fmla="*/ 592995 w 1432848"/>
                <a:gd name="connsiteY20" fmla="*/ 663528 h 2667000"/>
                <a:gd name="connsiteX21" fmla="*/ 51980 w 1432848"/>
                <a:gd name="connsiteY21" fmla="*/ 1104468 h 2667000"/>
                <a:gd name="connsiteX22" fmla="*/ 0 w 1432848"/>
                <a:gd name="connsiteY22" fmla="*/ 1104468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32848" h="2667000">
                  <a:moveTo>
                    <a:pt x="0" y="0"/>
                  </a:moveTo>
                  <a:lnTo>
                    <a:pt x="51980" y="0"/>
                  </a:lnTo>
                  <a:cubicBezTo>
                    <a:pt x="280723" y="0"/>
                    <a:pt x="476983" y="139075"/>
                    <a:pt x="560817" y="337280"/>
                  </a:cubicBezTo>
                  <a:lnTo>
                    <a:pt x="583499" y="410350"/>
                  </a:lnTo>
                  <a:lnTo>
                    <a:pt x="728145" y="410350"/>
                  </a:lnTo>
                  <a:lnTo>
                    <a:pt x="728145" y="410710"/>
                  </a:lnTo>
                  <a:lnTo>
                    <a:pt x="791430" y="413037"/>
                  </a:lnTo>
                  <a:cubicBezTo>
                    <a:pt x="884800" y="422624"/>
                    <a:pt x="976825" y="450657"/>
                    <a:pt x="1061887" y="497299"/>
                  </a:cubicBezTo>
                  <a:cubicBezTo>
                    <a:pt x="1260366" y="606132"/>
                    <a:pt x="1393803" y="801403"/>
                    <a:pt x="1425549" y="1021820"/>
                  </a:cubicBezTo>
                  <a:lnTo>
                    <a:pt x="1431821" y="1104468"/>
                  </a:lnTo>
                  <a:lnTo>
                    <a:pt x="1432848" y="1104468"/>
                  </a:lnTo>
                  <a:lnTo>
                    <a:pt x="1432848" y="2667000"/>
                  </a:lnTo>
                  <a:lnTo>
                    <a:pt x="1191084" y="2667000"/>
                  </a:lnTo>
                  <a:lnTo>
                    <a:pt x="1191084" y="1107352"/>
                  </a:lnTo>
                  <a:lnTo>
                    <a:pt x="1187201" y="1056184"/>
                  </a:lnTo>
                  <a:cubicBezTo>
                    <a:pt x="1166155" y="910056"/>
                    <a:pt x="1077692" y="780599"/>
                    <a:pt x="946108" y="708447"/>
                  </a:cubicBezTo>
                  <a:cubicBezTo>
                    <a:pt x="889715" y="677526"/>
                    <a:pt x="828706" y="658940"/>
                    <a:pt x="766806" y="652585"/>
                  </a:cubicBezTo>
                  <a:lnTo>
                    <a:pt x="728145" y="651163"/>
                  </a:lnTo>
                  <a:lnTo>
                    <a:pt x="728145" y="652114"/>
                  </a:lnTo>
                  <a:lnTo>
                    <a:pt x="594146" y="652114"/>
                  </a:lnTo>
                  <a:lnTo>
                    <a:pt x="592995" y="663528"/>
                  </a:lnTo>
                  <a:cubicBezTo>
                    <a:pt x="541501" y="915172"/>
                    <a:pt x="318847" y="1104468"/>
                    <a:pt x="51980" y="1104468"/>
                  </a:cubicBezTo>
                  <a:lnTo>
                    <a:pt x="0" y="11044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7" name="Rounded Rectangle 66">
              <a:extLst>
                <a:ext uri="{FF2B5EF4-FFF2-40B4-BE49-F238E27FC236}">
                  <a16:creationId xmlns:a16="http://schemas.microsoft.com/office/drawing/2014/main" id="{3B34195B-449F-99D0-0A79-1A5087ABC5C6}"/>
                </a:ext>
              </a:extLst>
            </p:cNvPr>
            <p:cNvSpPr/>
            <p:nvPr/>
          </p:nvSpPr>
          <p:spPr>
            <a:xfrm flipH="1">
              <a:off x="7936261" y="3769496"/>
              <a:ext cx="5317428" cy="13450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8" name="Freeform 115">
              <a:extLst>
                <a:ext uri="{FF2B5EF4-FFF2-40B4-BE49-F238E27FC236}">
                  <a16:creationId xmlns:a16="http://schemas.microsoft.com/office/drawing/2014/main" id="{8EB60EF3-2C67-000D-8531-441EE9A1C740}"/>
                </a:ext>
              </a:extLst>
            </p:cNvPr>
            <p:cNvSpPr/>
            <p:nvPr/>
          </p:nvSpPr>
          <p:spPr>
            <a:xfrm>
              <a:off x="6927095" y="3769497"/>
              <a:ext cx="1732565" cy="3248053"/>
            </a:xfrm>
            <a:custGeom>
              <a:avLst/>
              <a:gdLst>
                <a:gd name="connsiteX0" fmla="*/ 1380868 w 1422622"/>
                <a:gd name="connsiteY0" fmla="*/ 0 h 2667000"/>
                <a:gd name="connsiteX1" fmla="*/ 1422622 w 1422622"/>
                <a:gd name="connsiteY1" fmla="*/ 0 h 2667000"/>
                <a:gd name="connsiteX2" fmla="*/ 1422622 w 1422622"/>
                <a:gd name="connsiteY2" fmla="*/ 1104468 h 2667000"/>
                <a:gd name="connsiteX3" fmla="*/ 1380868 w 1422622"/>
                <a:gd name="connsiteY3" fmla="*/ 1104468 h 2667000"/>
                <a:gd name="connsiteX4" fmla="*/ 839854 w 1422622"/>
                <a:gd name="connsiteY4" fmla="*/ 663528 h 2667000"/>
                <a:gd name="connsiteX5" fmla="*/ 838703 w 1422622"/>
                <a:gd name="connsiteY5" fmla="*/ 652113 h 2667000"/>
                <a:gd name="connsiteX6" fmla="*/ 704704 w 1422622"/>
                <a:gd name="connsiteY6" fmla="*/ 652113 h 2667000"/>
                <a:gd name="connsiteX7" fmla="*/ 704704 w 1422622"/>
                <a:gd name="connsiteY7" fmla="*/ 651163 h 2667000"/>
                <a:gd name="connsiteX8" fmla="*/ 666043 w 1422622"/>
                <a:gd name="connsiteY8" fmla="*/ 652585 h 2667000"/>
                <a:gd name="connsiteX9" fmla="*/ 486740 w 1422622"/>
                <a:gd name="connsiteY9" fmla="*/ 708447 h 2667000"/>
                <a:gd name="connsiteX10" fmla="*/ 245647 w 1422622"/>
                <a:gd name="connsiteY10" fmla="*/ 1056183 h 2667000"/>
                <a:gd name="connsiteX11" fmla="*/ 241764 w 1422622"/>
                <a:gd name="connsiteY11" fmla="*/ 1107352 h 2667000"/>
                <a:gd name="connsiteX12" fmla="*/ 241764 w 1422622"/>
                <a:gd name="connsiteY12" fmla="*/ 2667000 h 2667000"/>
                <a:gd name="connsiteX13" fmla="*/ 0 w 1422622"/>
                <a:gd name="connsiteY13" fmla="*/ 2667000 h 2667000"/>
                <a:gd name="connsiteX14" fmla="*/ 0 w 1422622"/>
                <a:gd name="connsiteY14" fmla="*/ 1104468 h 2667000"/>
                <a:gd name="connsiteX15" fmla="*/ 1027 w 1422622"/>
                <a:gd name="connsiteY15" fmla="*/ 1104468 h 2667000"/>
                <a:gd name="connsiteX16" fmla="*/ 7300 w 1422622"/>
                <a:gd name="connsiteY16" fmla="*/ 1021820 h 2667000"/>
                <a:gd name="connsiteX17" fmla="*/ 370961 w 1422622"/>
                <a:gd name="connsiteY17" fmla="*/ 497299 h 2667000"/>
                <a:gd name="connsiteX18" fmla="*/ 641418 w 1422622"/>
                <a:gd name="connsiteY18" fmla="*/ 413037 h 2667000"/>
                <a:gd name="connsiteX19" fmla="*/ 704704 w 1422622"/>
                <a:gd name="connsiteY19" fmla="*/ 410710 h 2667000"/>
                <a:gd name="connsiteX20" fmla="*/ 704704 w 1422622"/>
                <a:gd name="connsiteY20" fmla="*/ 410349 h 2667000"/>
                <a:gd name="connsiteX21" fmla="*/ 849349 w 1422622"/>
                <a:gd name="connsiteY21" fmla="*/ 410349 h 2667000"/>
                <a:gd name="connsiteX22" fmla="*/ 872032 w 1422622"/>
                <a:gd name="connsiteY22" fmla="*/ 337280 h 2667000"/>
                <a:gd name="connsiteX23" fmla="*/ 1380868 w 1422622"/>
                <a:gd name="connsiteY23" fmla="*/ 0 h 266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22622" h="2667000">
                  <a:moveTo>
                    <a:pt x="1380868" y="0"/>
                  </a:moveTo>
                  <a:lnTo>
                    <a:pt x="1422622" y="0"/>
                  </a:lnTo>
                  <a:lnTo>
                    <a:pt x="1422622" y="1104468"/>
                  </a:lnTo>
                  <a:lnTo>
                    <a:pt x="1380868" y="1104468"/>
                  </a:lnTo>
                  <a:cubicBezTo>
                    <a:pt x="1114002" y="1104468"/>
                    <a:pt x="891348" y="915172"/>
                    <a:pt x="839854" y="663528"/>
                  </a:cubicBezTo>
                  <a:lnTo>
                    <a:pt x="838703" y="652113"/>
                  </a:lnTo>
                  <a:lnTo>
                    <a:pt x="704704" y="652113"/>
                  </a:lnTo>
                  <a:lnTo>
                    <a:pt x="704704" y="651163"/>
                  </a:lnTo>
                  <a:lnTo>
                    <a:pt x="666043" y="652585"/>
                  </a:lnTo>
                  <a:cubicBezTo>
                    <a:pt x="604143" y="658940"/>
                    <a:pt x="543133" y="677525"/>
                    <a:pt x="486740" y="708447"/>
                  </a:cubicBezTo>
                  <a:cubicBezTo>
                    <a:pt x="355157" y="780599"/>
                    <a:pt x="266693" y="910056"/>
                    <a:pt x="245647" y="1056183"/>
                  </a:cubicBezTo>
                  <a:lnTo>
                    <a:pt x="241764" y="1107352"/>
                  </a:lnTo>
                  <a:lnTo>
                    <a:pt x="241764" y="2667000"/>
                  </a:lnTo>
                  <a:lnTo>
                    <a:pt x="0" y="2667000"/>
                  </a:lnTo>
                  <a:lnTo>
                    <a:pt x="0" y="1104468"/>
                  </a:lnTo>
                  <a:lnTo>
                    <a:pt x="1027" y="1104468"/>
                  </a:lnTo>
                  <a:lnTo>
                    <a:pt x="7300" y="1021820"/>
                  </a:lnTo>
                  <a:cubicBezTo>
                    <a:pt x="39045" y="801403"/>
                    <a:pt x="172482" y="606132"/>
                    <a:pt x="370961" y="497299"/>
                  </a:cubicBezTo>
                  <a:cubicBezTo>
                    <a:pt x="456023" y="450657"/>
                    <a:pt x="548049" y="422623"/>
                    <a:pt x="641418" y="413037"/>
                  </a:cubicBezTo>
                  <a:lnTo>
                    <a:pt x="704704" y="410710"/>
                  </a:lnTo>
                  <a:lnTo>
                    <a:pt x="704704" y="410349"/>
                  </a:lnTo>
                  <a:lnTo>
                    <a:pt x="849349" y="410349"/>
                  </a:lnTo>
                  <a:lnTo>
                    <a:pt x="872032" y="337280"/>
                  </a:lnTo>
                  <a:cubicBezTo>
                    <a:pt x="955865" y="139075"/>
                    <a:pt x="1152126" y="0"/>
                    <a:pt x="138086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79" name="Oval 17678">
              <a:extLst>
                <a:ext uri="{FF2B5EF4-FFF2-40B4-BE49-F238E27FC236}">
                  <a16:creationId xmlns:a16="http://schemas.microsoft.com/office/drawing/2014/main" id="{CC0C23F2-19D0-38AB-E7BF-933CE4E07A0A}"/>
                </a:ext>
              </a:extLst>
            </p:cNvPr>
            <p:cNvSpPr/>
            <p:nvPr/>
          </p:nvSpPr>
          <p:spPr>
            <a:xfrm>
              <a:off x="4968140" y="1109043"/>
              <a:ext cx="1041528" cy="1041528"/>
            </a:xfrm>
            <a:prstGeom prst="ellipse">
              <a:avLst/>
            </a:prstGeom>
            <a:solidFill>
              <a:schemeClr val="bg1"/>
            </a:solidFill>
            <a:ln w="38100">
              <a:gradFill>
                <a:gsLst>
                  <a:gs pos="0">
                    <a:schemeClr val="bg1"/>
                  </a:gs>
                  <a:gs pos="5200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80" name="Oval 17679">
              <a:extLst>
                <a:ext uri="{FF2B5EF4-FFF2-40B4-BE49-F238E27FC236}">
                  <a16:creationId xmlns:a16="http://schemas.microsoft.com/office/drawing/2014/main" id="{C90A69C8-BA32-7237-6908-17112F1BDE1D}"/>
                </a:ext>
              </a:extLst>
            </p:cNvPr>
            <p:cNvSpPr/>
            <p:nvPr/>
          </p:nvSpPr>
          <p:spPr>
            <a:xfrm>
              <a:off x="4968140" y="2983867"/>
              <a:ext cx="1041528" cy="1041528"/>
            </a:xfrm>
            <a:prstGeom prst="ellipse">
              <a:avLst/>
            </a:prstGeom>
            <a:solidFill>
              <a:schemeClr val="bg1"/>
            </a:solidFill>
            <a:ln w="38100">
              <a:gradFill>
                <a:gsLst>
                  <a:gs pos="0">
                    <a:schemeClr val="bg1"/>
                  </a:gs>
                  <a:gs pos="5200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81" name="Oval 17680">
              <a:extLst>
                <a:ext uri="{FF2B5EF4-FFF2-40B4-BE49-F238E27FC236}">
                  <a16:creationId xmlns:a16="http://schemas.microsoft.com/office/drawing/2014/main" id="{DDF7E848-78BB-9ED3-0B9E-3FB0EAFB8CA9}"/>
                </a:ext>
              </a:extLst>
            </p:cNvPr>
            <p:cNvSpPr/>
            <p:nvPr/>
          </p:nvSpPr>
          <p:spPr>
            <a:xfrm>
              <a:off x="8119240" y="2070373"/>
              <a:ext cx="1041528" cy="1041528"/>
            </a:xfrm>
            <a:prstGeom prst="ellipse">
              <a:avLst/>
            </a:prstGeom>
            <a:solidFill>
              <a:schemeClr val="bg1"/>
            </a:solidFill>
            <a:ln w="38100">
              <a:gradFill>
                <a:gsLst>
                  <a:gs pos="0">
                    <a:schemeClr val="bg1"/>
                  </a:gs>
                  <a:gs pos="5200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82" name="Oval 17681">
              <a:extLst>
                <a:ext uri="{FF2B5EF4-FFF2-40B4-BE49-F238E27FC236}">
                  <a16:creationId xmlns:a16="http://schemas.microsoft.com/office/drawing/2014/main" id="{7C2FE53D-F87B-13A4-F43F-7DCE07F22DE2}"/>
                </a:ext>
              </a:extLst>
            </p:cNvPr>
            <p:cNvSpPr/>
            <p:nvPr/>
          </p:nvSpPr>
          <p:spPr>
            <a:xfrm>
              <a:off x="8138896" y="3921280"/>
              <a:ext cx="1041528" cy="1041528"/>
            </a:xfrm>
            <a:prstGeom prst="ellipse">
              <a:avLst/>
            </a:prstGeom>
            <a:solidFill>
              <a:schemeClr val="bg1"/>
            </a:solidFill>
            <a:ln w="38100">
              <a:gradFill>
                <a:gsLst>
                  <a:gs pos="0">
                    <a:schemeClr val="bg1"/>
                  </a:gs>
                  <a:gs pos="52000">
                    <a:schemeClr val="bg1">
                      <a:lumMod val="95000"/>
                    </a:schemeClr>
                  </a:gs>
                  <a:gs pos="8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outerShdw blurRad="1270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683" name="Footer Text">
              <a:extLst>
                <a:ext uri="{FF2B5EF4-FFF2-40B4-BE49-F238E27FC236}">
                  <a16:creationId xmlns:a16="http://schemas.microsoft.com/office/drawing/2014/main" id="{21114D7C-9DA9-6285-BF6B-B39CE1230B1C}"/>
                </a:ext>
              </a:extLst>
            </p:cNvPr>
            <p:cNvSpPr txBox="1"/>
            <p:nvPr/>
          </p:nvSpPr>
          <p:spPr>
            <a:xfrm>
              <a:off x="9302155" y="2168158"/>
              <a:ext cx="3175201" cy="863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200" b="1" dirty="0"/>
                <a:t>Environmental:</a:t>
              </a:r>
              <a:br>
                <a:rPr lang="en-IN" sz="1200" b="1" dirty="0"/>
              </a:br>
              <a:r>
                <a:rPr lang="en-US" sz="1200" dirty="0"/>
                <a:t>Significant reduction in CO₂ emissions, directly contributing to climate change mitigation.</a:t>
              </a:r>
              <a:endParaRPr lang="en-US" sz="1200" dirty="0">
                <a:latin typeface="Georgia Pro Light" panose="02040302050405020303" pitchFamily="18" charset="0"/>
              </a:endParaRPr>
            </a:p>
          </p:txBody>
        </p:sp>
        <p:sp>
          <p:nvSpPr>
            <p:cNvPr id="17684" name="Footer Text">
              <a:extLst>
                <a:ext uri="{FF2B5EF4-FFF2-40B4-BE49-F238E27FC236}">
                  <a16:creationId xmlns:a16="http://schemas.microsoft.com/office/drawing/2014/main" id="{BA28DA48-C919-8436-2FC8-83F93D6266DF}"/>
                </a:ext>
              </a:extLst>
            </p:cNvPr>
            <p:cNvSpPr txBox="1"/>
            <p:nvPr/>
          </p:nvSpPr>
          <p:spPr>
            <a:xfrm>
              <a:off x="9302155" y="4042983"/>
              <a:ext cx="3175201" cy="11696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200" b="1" dirty="0"/>
                <a:t>Technological:</a:t>
              </a:r>
              <a:br>
                <a:rPr lang="en-IN" sz="1200" b="1" dirty="0"/>
              </a:br>
              <a:r>
                <a:rPr lang="en-US" sz="1200" dirty="0"/>
                <a:t>Encourages adoption of AI + IoT-driven smart infrastructure in public and private sectors.</a:t>
              </a:r>
            </a:p>
            <a:p>
              <a:pPr>
                <a:spcBef>
                  <a:spcPts val="600"/>
                </a:spcBef>
              </a:pPr>
              <a:endParaRPr lang="en-US" sz="1200" dirty="0">
                <a:latin typeface="Georgia Pro Light" panose="02040302050405020303" pitchFamily="18" charset="0"/>
              </a:endParaRPr>
            </a:p>
          </p:txBody>
        </p:sp>
        <p:sp>
          <p:nvSpPr>
            <p:cNvPr id="17685" name="Footer Text">
              <a:extLst>
                <a:ext uri="{FF2B5EF4-FFF2-40B4-BE49-F238E27FC236}">
                  <a16:creationId xmlns:a16="http://schemas.microsoft.com/office/drawing/2014/main" id="{354C558F-00A6-ED46-B4B0-C8B7C1036E6E}"/>
                </a:ext>
              </a:extLst>
            </p:cNvPr>
            <p:cNvSpPr txBox="1"/>
            <p:nvPr/>
          </p:nvSpPr>
          <p:spPr>
            <a:xfrm>
              <a:off x="1488845" y="1230745"/>
              <a:ext cx="3357566" cy="10796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200" b="1" dirty="0"/>
                <a:t>Economic:</a:t>
              </a:r>
              <a:br>
                <a:rPr lang="en-US" sz="1200" b="1" dirty="0">
                  <a:latin typeface="Georgia" panose="02040502050405020303" pitchFamily="18" charset="0"/>
                </a:rPr>
              </a:br>
              <a:r>
                <a:rPr lang="en-US" sz="1200" dirty="0"/>
                <a:t>20–30% reduction in energy costs, enabling long-term financial savings for organizations.</a:t>
              </a:r>
              <a:endParaRPr lang="en-US" sz="1200" dirty="0">
                <a:latin typeface="Georgia Pro Light" panose="02040302050405020303" pitchFamily="18" charset="0"/>
              </a:endParaRPr>
            </a:p>
          </p:txBody>
        </p:sp>
        <p:sp>
          <p:nvSpPr>
            <p:cNvPr id="17686" name="Footer Text">
              <a:extLst>
                <a:ext uri="{FF2B5EF4-FFF2-40B4-BE49-F238E27FC236}">
                  <a16:creationId xmlns:a16="http://schemas.microsoft.com/office/drawing/2014/main" id="{87078950-FA66-1831-AAD6-35C251986663}"/>
                </a:ext>
              </a:extLst>
            </p:cNvPr>
            <p:cNvSpPr txBox="1"/>
            <p:nvPr/>
          </p:nvSpPr>
          <p:spPr>
            <a:xfrm>
              <a:off x="1480034" y="3116743"/>
              <a:ext cx="3357566" cy="8637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200" b="1" dirty="0"/>
                <a:t>Social:</a:t>
              </a:r>
              <a:br>
                <a:rPr lang="en-US" sz="1200" b="1" dirty="0">
                  <a:latin typeface="Georgia" panose="02040502050405020303" pitchFamily="18" charset="0"/>
                </a:rPr>
              </a:br>
              <a:r>
                <a:rPr lang="en-US" sz="1200" dirty="0"/>
                <a:t>Promotes sustainable practices and creates awareness about responsible energy usage.</a:t>
              </a:r>
              <a:endParaRPr lang="en-US" sz="1200" dirty="0">
                <a:latin typeface="Georgia Pro Light" panose="02040302050405020303" pitchFamily="18" charset="0"/>
              </a:endParaRPr>
            </a:p>
          </p:txBody>
        </p:sp>
        <p:sp>
          <p:nvSpPr>
            <p:cNvPr id="17687" name="Freeform 161">
              <a:extLst>
                <a:ext uri="{FF2B5EF4-FFF2-40B4-BE49-F238E27FC236}">
                  <a16:creationId xmlns:a16="http://schemas.microsoft.com/office/drawing/2014/main" id="{EECD4017-C52A-1370-0BDC-B0415C121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576" y="5404539"/>
              <a:ext cx="24973" cy="12486"/>
            </a:xfrm>
            <a:custGeom>
              <a:avLst/>
              <a:gdLst>
                <a:gd name="T0" fmla="*/ 40 w 159"/>
                <a:gd name="T1" fmla="*/ 79 h 79"/>
                <a:gd name="T2" fmla="*/ 119 w 159"/>
                <a:gd name="T3" fmla="*/ 79 h 79"/>
                <a:gd name="T4" fmla="*/ 159 w 159"/>
                <a:gd name="T5" fmla="*/ 39 h 79"/>
                <a:gd name="T6" fmla="*/ 119 w 159"/>
                <a:gd name="T7" fmla="*/ 0 h 79"/>
                <a:gd name="T8" fmla="*/ 40 w 159"/>
                <a:gd name="T9" fmla="*/ 0 h 79"/>
                <a:gd name="T10" fmla="*/ 0 w 159"/>
                <a:gd name="T11" fmla="*/ 39 h 79"/>
                <a:gd name="T12" fmla="*/ 40 w 159"/>
                <a:gd name="T1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79">
                  <a:moveTo>
                    <a:pt x="40" y="79"/>
                  </a:moveTo>
                  <a:cubicBezTo>
                    <a:pt x="119" y="79"/>
                    <a:pt x="119" y="79"/>
                    <a:pt x="119" y="79"/>
                  </a:cubicBezTo>
                  <a:cubicBezTo>
                    <a:pt x="141" y="79"/>
                    <a:pt x="159" y="61"/>
                    <a:pt x="159" y="39"/>
                  </a:cubicBezTo>
                  <a:cubicBezTo>
                    <a:pt x="159" y="17"/>
                    <a:pt x="141" y="0"/>
                    <a:pt x="11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7"/>
                    <a:pt x="0" y="39"/>
                  </a:cubicBezTo>
                  <a:cubicBezTo>
                    <a:pt x="0" y="61"/>
                    <a:pt x="18" y="79"/>
                    <a:pt x="40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688" name="Rectangle 44">
              <a:extLst>
                <a:ext uri="{FF2B5EF4-FFF2-40B4-BE49-F238E27FC236}">
                  <a16:creationId xmlns:a16="http://schemas.microsoft.com/office/drawing/2014/main" id="{BD2EB9F6-4F9A-8FC8-F7FC-3FCBE9F51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748" y="2448229"/>
              <a:ext cx="12831" cy="1191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17691" name="Graphic 17690" descr="Money with solid fill">
            <a:extLst>
              <a:ext uri="{FF2B5EF4-FFF2-40B4-BE49-F238E27FC236}">
                <a16:creationId xmlns:a16="http://schemas.microsoft.com/office/drawing/2014/main" id="{AD99FD91-2F11-B716-2C44-099BB9B37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9510" y="2048646"/>
            <a:ext cx="546519" cy="546519"/>
          </a:xfrm>
          <a:prstGeom prst="rect">
            <a:avLst/>
          </a:prstGeom>
        </p:spPr>
      </p:pic>
      <p:sp>
        <p:nvSpPr>
          <p:cNvPr id="17692" name="Graphic 69" descr="Plant with solid fill">
            <a:extLst>
              <a:ext uri="{FF2B5EF4-FFF2-40B4-BE49-F238E27FC236}">
                <a16:creationId xmlns:a16="http://schemas.microsoft.com/office/drawing/2014/main" id="{868C7814-A6ED-3618-BA0E-BA944D6C9821}"/>
              </a:ext>
            </a:extLst>
          </p:cNvPr>
          <p:cNvSpPr/>
          <p:nvPr/>
        </p:nvSpPr>
        <p:spPr>
          <a:xfrm>
            <a:off x="4115000" y="2837050"/>
            <a:ext cx="469412" cy="641931"/>
          </a:xfrm>
          <a:custGeom>
            <a:avLst/>
            <a:gdLst>
              <a:gd name="connsiteX0" fmla="*/ 368308 w 469412"/>
              <a:gd name="connsiteY0" fmla="*/ 586565 h 641931"/>
              <a:gd name="connsiteX1" fmla="*/ 286462 w 469412"/>
              <a:gd name="connsiteY1" fmla="*/ 553666 h 641931"/>
              <a:gd name="connsiteX2" fmla="*/ 274426 w 469412"/>
              <a:gd name="connsiteY2" fmla="*/ 554468 h 641931"/>
              <a:gd name="connsiteX3" fmla="*/ 262390 w 469412"/>
              <a:gd name="connsiteY3" fmla="*/ 430897 h 641931"/>
              <a:gd name="connsiteX4" fmla="*/ 277635 w 469412"/>
              <a:gd name="connsiteY4" fmla="*/ 415651 h 641931"/>
              <a:gd name="connsiteX5" fmla="*/ 354667 w 469412"/>
              <a:gd name="connsiteY5" fmla="*/ 465400 h 641931"/>
              <a:gd name="connsiteX6" fmla="*/ 396393 w 469412"/>
              <a:gd name="connsiteY6" fmla="*/ 454167 h 641931"/>
              <a:gd name="connsiteX7" fmla="*/ 396393 w 469412"/>
              <a:gd name="connsiteY7" fmla="*/ 454167 h 641931"/>
              <a:gd name="connsiteX8" fmla="*/ 469413 w 469412"/>
              <a:gd name="connsiteY8" fmla="*/ 278438 h 641931"/>
              <a:gd name="connsiteX9" fmla="*/ 355470 w 469412"/>
              <a:gd name="connsiteY9" fmla="*/ 296091 h 641931"/>
              <a:gd name="connsiteX10" fmla="*/ 271216 w 469412"/>
              <a:gd name="connsiteY10" fmla="*/ 380345 h 641931"/>
              <a:gd name="connsiteX11" fmla="*/ 271216 w 469412"/>
              <a:gd name="connsiteY11" fmla="*/ 381949 h 641931"/>
              <a:gd name="connsiteX12" fmla="*/ 256773 w 469412"/>
              <a:gd name="connsiteY12" fmla="*/ 391578 h 641931"/>
              <a:gd name="connsiteX13" fmla="*/ 260785 w 469412"/>
              <a:gd name="connsiteY13" fmla="*/ 204616 h 641931"/>
              <a:gd name="connsiteX14" fmla="*/ 287264 w 469412"/>
              <a:gd name="connsiteY14" fmla="*/ 198196 h 641931"/>
              <a:gd name="connsiteX15" fmla="*/ 303313 w 469412"/>
              <a:gd name="connsiteY15" fmla="*/ 227083 h 641931"/>
              <a:gd name="connsiteX16" fmla="*/ 323373 w 469412"/>
              <a:gd name="connsiteY16" fmla="*/ 235107 h 641931"/>
              <a:gd name="connsiteX17" fmla="*/ 323373 w 469412"/>
              <a:gd name="connsiteY17" fmla="*/ 235107 h 641931"/>
              <a:gd name="connsiteX18" fmla="*/ 405219 w 469412"/>
              <a:gd name="connsiteY18" fmla="*/ 186963 h 641931"/>
              <a:gd name="connsiteX19" fmla="*/ 353865 w 469412"/>
              <a:gd name="connsiteY19" fmla="*/ 159681 h 641931"/>
              <a:gd name="connsiteX20" fmla="*/ 297696 w 469412"/>
              <a:gd name="connsiteY20" fmla="*/ 164495 h 641931"/>
              <a:gd name="connsiteX21" fmla="*/ 272821 w 469412"/>
              <a:gd name="connsiteY21" fmla="*/ 166902 h 641931"/>
              <a:gd name="connsiteX22" fmla="*/ 311337 w 469412"/>
              <a:gd name="connsiteY22" fmla="*/ 97092 h 641931"/>
              <a:gd name="connsiteX23" fmla="*/ 320163 w 469412"/>
              <a:gd name="connsiteY23" fmla="*/ 97895 h 641931"/>
              <a:gd name="connsiteX24" fmla="*/ 361889 w 469412"/>
              <a:gd name="connsiteY24" fmla="*/ 56169 h 641931"/>
              <a:gd name="connsiteX25" fmla="*/ 371518 w 469412"/>
              <a:gd name="connsiteY25" fmla="*/ 0 h 641931"/>
              <a:gd name="connsiteX26" fmla="*/ 284055 w 469412"/>
              <a:gd name="connsiteY26" fmla="*/ 36109 h 641931"/>
              <a:gd name="connsiteX27" fmla="*/ 284055 w 469412"/>
              <a:gd name="connsiteY27" fmla="*/ 36109 h 641931"/>
              <a:gd name="connsiteX28" fmla="*/ 278438 w 469412"/>
              <a:gd name="connsiteY28" fmla="*/ 56971 h 641931"/>
              <a:gd name="connsiteX29" fmla="*/ 285660 w 469412"/>
              <a:gd name="connsiteY29" fmla="*/ 80241 h 641931"/>
              <a:gd name="connsiteX30" fmla="*/ 259180 w 469412"/>
              <a:gd name="connsiteY30" fmla="*/ 123572 h 641931"/>
              <a:gd name="connsiteX31" fmla="*/ 248749 w 469412"/>
              <a:gd name="connsiteY31" fmla="*/ 112338 h 641931"/>
              <a:gd name="connsiteX32" fmla="*/ 249551 w 469412"/>
              <a:gd name="connsiteY32" fmla="*/ 107524 h 641931"/>
              <a:gd name="connsiteX33" fmla="*/ 207825 w 469412"/>
              <a:gd name="connsiteY33" fmla="*/ 65798 h 641931"/>
              <a:gd name="connsiteX34" fmla="*/ 150854 w 469412"/>
              <a:gd name="connsiteY34" fmla="*/ 56971 h 641931"/>
              <a:gd name="connsiteX35" fmla="*/ 186963 w 469412"/>
              <a:gd name="connsiteY35" fmla="*/ 144435 h 641931"/>
              <a:gd name="connsiteX36" fmla="*/ 186963 w 469412"/>
              <a:gd name="connsiteY36" fmla="*/ 144435 h 641931"/>
              <a:gd name="connsiteX37" fmla="*/ 207825 w 469412"/>
              <a:gd name="connsiteY37" fmla="*/ 150052 h 641931"/>
              <a:gd name="connsiteX38" fmla="*/ 232700 w 469412"/>
              <a:gd name="connsiteY38" fmla="*/ 142027 h 641931"/>
              <a:gd name="connsiteX39" fmla="*/ 243934 w 469412"/>
              <a:gd name="connsiteY39" fmla="*/ 157273 h 641931"/>
              <a:gd name="connsiteX40" fmla="*/ 215850 w 469412"/>
              <a:gd name="connsiteY40" fmla="*/ 325780 h 641931"/>
              <a:gd name="connsiteX41" fmla="*/ 212640 w 469412"/>
              <a:gd name="connsiteY41" fmla="*/ 324176 h 641931"/>
              <a:gd name="connsiteX42" fmla="*/ 196592 w 469412"/>
              <a:gd name="connsiteY42" fmla="*/ 316151 h 641931"/>
              <a:gd name="connsiteX43" fmla="*/ 197394 w 469412"/>
              <a:gd name="connsiteY43" fmla="*/ 302510 h 641931"/>
              <a:gd name="connsiteX44" fmla="*/ 113140 w 469412"/>
              <a:gd name="connsiteY44" fmla="*/ 218257 h 641931"/>
              <a:gd name="connsiteX45" fmla="*/ 0 w 469412"/>
              <a:gd name="connsiteY45" fmla="*/ 200604 h 641931"/>
              <a:gd name="connsiteX46" fmla="*/ 73020 w 469412"/>
              <a:gd name="connsiteY46" fmla="*/ 376332 h 641931"/>
              <a:gd name="connsiteX47" fmla="*/ 73020 w 469412"/>
              <a:gd name="connsiteY47" fmla="*/ 376332 h 641931"/>
              <a:gd name="connsiteX48" fmla="*/ 114745 w 469412"/>
              <a:gd name="connsiteY48" fmla="*/ 387566 h 641931"/>
              <a:gd name="connsiteX49" fmla="*/ 186963 w 469412"/>
              <a:gd name="connsiteY49" fmla="*/ 347446 h 641931"/>
              <a:gd name="connsiteX50" fmla="*/ 199801 w 469412"/>
              <a:gd name="connsiteY50" fmla="*/ 353865 h 641931"/>
              <a:gd name="connsiteX51" fmla="*/ 220664 w 469412"/>
              <a:gd name="connsiteY51" fmla="*/ 363494 h 641931"/>
              <a:gd name="connsiteX52" fmla="*/ 231095 w 469412"/>
              <a:gd name="connsiteY52" fmla="*/ 431699 h 641931"/>
              <a:gd name="connsiteX53" fmla="*/ 242329 w 469412"/>
              <a:gd name="connsiteY53" fmla="*/ 562493 h 641931"/>
              <a:gd name="connsiteX54" fmla="*/ 201406 w 469412"/>
              <a:gd name="connsiteY54" fmla="*/ 588972 h 641931"/>
              <a:gd name="connsiteX55" fmla="*/ 150052 w 469412"/>
              <a:gd name="connsiteY55" fmla="*/ 577739 h 641931"/>
              <a:gd name="connsiteX56" fmla="*/ 43330 w 469412"/>
              <a:gd name="connsiteY56" fmla="*/ 641932 h 641931"/>
              <a:gd name="connsiteX57" fmla="*/ 459784 w 469412"/>
              <a:gd name="connsiteY57" fmla="*/ 641932 h 641931"/>
              <a:gd name="connsiteX58" fmla="*/ 368308 w 469412"/>
              <a:gd name="connsiteY58" fmla="*/ 586565 h 641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9412" h="641931">
                <a:moveTo>
                  <a:pt x="368308" y="586565"/>
                </a:moveTo>
                <a:cubicBezTo>
                  <a:pt x="346643" y="566505"/>
                  <a:pt x="317756" y="553666"/>
                  <a:pt x="286462" y="553666"/>
                </a:cubicBezTo>
                <a:cubicBezTo>
                  <a:pt x="282450" y="553666"/>
                  <a:pt x="278438" y="553666"/>
                  <a:pt x="274426" y="554468"/>
                </a:cubicBezTo>
                <a:cubicBezTo>
                  <a:pt x="276833" y="514348"/>
                  <a:pt x="270414" y="473425"/>
                  <a:pt x="262390" y="430897"/>
                </a:cubicBezTo>
                <a:cubicBezTo>
                  <a:pt x="264797" y="426082"/>
                  <a:pt x="270414" y="420465"/>
                  <a:pt x="277635" y="415651"/>
                </a:cubicBezTo>
                <a:cubicBezTo>
                  <a:pt x="291277" y="444538"/>
                  <a:pt x="320163" y="465400"/>
                  <a:pt x="354667" y="465400"/>
                </a:cubicBezTo>
                <a:cubicBezTo>
                  <a:pt x="369913" y="465400"/>
                  <a:pt x="384357" y="461388"/>
                  <a:pt x="396393" y="454167"/>
                </a:cubicBezTo>
                <a:lnTo>
                  <a:pt x="396393" y="454167"/>
                </a:lnTo>
                <a:cubicBezTo>
                  <a:pt x="461388" y="418860"/>
                  <a:pt x="469413" y="352260"/>
                  <a:pt x="469413" y="278438"/>
                </a:cubicBezTo>
                <a:cubicBezTo>
                  <a:pt x="469413" y="278438"/>
                  <a:pt x="399602" y="297696"/>
                  <a:pt x="355470" y="296091"/>
                </a:cubicBezTo>
                <a:cubicBezTo>
                  <a:pt x="308930" y="296091"/>
                  <a:pt x="271216" y="333804"/>
                  <a:pt x="271216" y="380345"/>
                </a:cubicBezTo>
                <a:cubicBezTo>
                  <a:pt x="271216" y="381147"/>
                  <a:pt x="271216" y="381147"/>
                  <a:pt x="271216" y="381949"/>
                </a:cubicBezTo>
                <a:cubicBezTo>
                  <a:pt x="266402" y="384357"/>
                  <a:pt x="261587" y="387566"/>
                  <a:pt x="256773" y="391578"/>
                </a:cubicBezTo>
                <a:cubicBezTo>
                  <a:pt x="247144" y="332200"/>
                  <a:pt x="241527" y="271216"/>
                  <a:pt x="260785" y="204616"/>
                </a:cubicBezTo>
                <a:cubicBezTo>
                  <a:pt x="268809" y="201406"/>
                  <a:pt x="278438" y="198999"/>
                  <a:pt x="287264" y="198196"/>
                </a:cubicBezTo>
                <a:cubicBezTo>
                  <a:pt x="288067" y="209430"/>
                  <a:pt x="293684" y="219862"/>
                  <a:pt x="303313" y="227083"/>
                </a:cubicBezTo>
                <a:cubicBezTo>
                  <a:pt x="309732" y="231898"/>
                  <a:pt x="316151" y="234305"/>
                  <a:pt x="323373" y="235107"/>
                </a:cubicBezTo>
                <a:lnTo>
                  <a:pt x="323373" y="235107"/>
                </a:lnTo>
                <a:cubicBezTo>
                  <a:pt x="359482" y="240724"/>
                  <a:pt x="382752" y="216652"/>
                  <a:pt x="405219" y="186963"/>
                </a:cubicBezTo>
                <a:cubicBezTo>
                  <a:pt x="405219" y="186963"/>
                  <a:pt x="371518" y="173322"/>
                  <a:pt x="353865" y="159681"/>
                </a:cubicBezTo>
                <a:cubicBezTo>
                  <a:pt x="336212" y="146039"/>
                  <a:pt x="312139" y="149249"/>
                  <a:pt x="297696" y="164495"/>
                </a:cubicBezTo>
                <a:cubicBezTo>
                  <a:pt x="289672" y="164495"/>
                  <a:pt x="280845" y="165297"/>
                  <a:pt x="272821" y="166902"/>
                </a:cubicBezTo>
                <a:cubicBezTo>
                  <a:pt x="282450" y="144435"/>
                  <a:pt x="295289" y="121165"/>
                  <a:pt x="311337" y="97092"/>
                </a:cubicBezTo>
                <a:cubicBezTo>
                  <a:pt x="314547" y="97895"/>
                  <a:pt x="316954" y="97895"/>
                  <a:pt x="320163" y="97895"/>
                </a:cubicBezTo>
                <a:cubicBezTo>
                  <a:pt x="343433" y="97895"/>
                  <a:pt x="361889" y="78637"/>
                  <a:pt x="361889" y="56169"/>
                </a:cubicBezTo>
                <a:cubicBezTo>
                  <a:pt x="361889" y="35306"/>
                  <a:pt x="371518" y="0"/>
                  <a:pt x="371518" y="0"/>
                </a:cubicBezTo>
                <a:cubicBezTo>
                  <a:pt x="334607" y="0"/>
                  <a:pt x="301708" y="4012"/>
                  <a:pt x="284055" y="36109"/>
                </a:cubicBezTo>
                <a:lnTo>
                  <a:pt x="284055" y="36109"/>
                </a:lnTo>
                <a:cubicBezTo>
                  <a:pt x="280845" y="42528"/>
                  <a:pt x="278438" y="49750"/>
                  <a:pt x="278438" y="56971"/>
                </a:cubicBezTo>
                <a:cubicBezTo>
                  <a:pt x="278438" y="65798"/>
                  <a:pt x="280845" y="73020"/>
                  <a:pt x="285660" y="80241"/>
                </a:cubicBezTo>
                <a:cubicBezTo>
                  <a:pt x="276031" y="94685"/>
                  <a:pt x="267204" y="109128"/>
                  <a:pt x="259180" y="123572"/>
                </a:cubicBezTo>
                <a:cubicBezTo>
                  <a:pt x="255970" y="119560"/>
                  <a:pt x="252761" y="116350"/>
                  <a:pt x="248749" y="112338"/>
                </a:cubicBezTo>
                <a:cubicBezTo>
                  <a:pt x="248749" y="110733"/>
                  <a:pt x="249551" y="109128"/>
                  <a:pt x="249551" y="107524"/>
                </a:cubicBezTo>
                <a:cubicBezTo>
                  <a:pt x="249551" y="84254"/>
                  <a:pt x="230293" y="65798"/>
                  <a:pt x="207825" y="65798"/>
                </a:cubicBezTo>
                <a:cubicBezTo>
                  <a:pt x="185358" y="66600"/>
                  <a:pt x="150854" y="56971"/>
                  <a:pt x="150854" y="56971"/>
                </a:cubicBezTo>
                <a:cubicBezTo>
                  <a:pt x="150854" y="93883"/>
                  <a:pt x="154866" y="126782"/>
                  <a:pt x="186963" y="144435"/>
                </a:cubicBezTo>
                <a:lnTo>
                  <a:pt x="186963" y="144435"/>
                </a:lnTo>
                <a:cubicBezTo>
                  <a:pt x="193382" y="147644"/>
                  <a:pt x="200604" y="150052"/>
                  <a:pt x="207825" y="150052"/>
                </a:cubicBezTo>
                <a:cubicBezTo>
                  <a:pt x="217454" y="150052"/>
                  <a:pt x="225479" y="146842"/>
                  <a:pt x="232700" y="142027"/>
                </a:cubicBezTo>
                <a:cubicBezTo>
                  <a:pt x="237515" y="146842"/>
                  <a:pt x="240724" y="151656"/>
                  <a:pt x="243934" y="157273"/>
                </a:cubicBezTo>
                <a:cubicBezTo>
                  <a:pt x="218257" y="216652"/>
                  <a:pt x="212640" y="272821"/>
                  <a:pt x="215850" y="325780"/>
                </a:cubicBezTo>
                <a:cubicBezTo>
                  <a:pt x="215047" y="324978"/>
                  <a:pt x="214245" y="324978"/>
                  <a:pt x="212640" y="324176"/>
                </a:cubicBezTo>
                <a:cubicBezTo>
                  <a:pt x="207023" y="321768"/>
                  <a:pt x="202208" y="318559"/>
                  <a:pt x="196592" y="316151"/>
                </a:cubicBezTo>
                <a:cubicBezTo>
                  <a:pt x="197394" y="311337"/>
                  <a:pt x="197394" y="307325"/>
                  <a:pt x="197394" y="302510"/>
                </a:cubicBezTo>
                <a:cubicBezTo>
                  <a:pt x="197394" y="255970"/>
                  <a:pt x="159681" y="218257"/>
                  <a:pt x="113140" y="218257"/>
                </a:cubicBezTo>
                <a:cubicBezTo>
                  <a:pt x="69810" y="219862"/>
                  <a:pt x="0" y="200604"/>
                  <a:pt x="0" y="200604"/>
                </a:cubicBezTo>
                <a:cubicBezTo>
                  <a:pt x="0" y="274426"/>
                  <a:pt x="8024" y="340224"/>
                  <a:pt x="73020" y="376332"/>
                </a:cubicBezTo>
                <a:lnTo>
                  <a:pt x="73020" y="376332"/>
                </a:lnTo>
                <a:cubicBezTo>
                  <a:pt x="85056" y="383554"/>
                  <a:pt x="99499" y="387566"/>
                  <a:pt x="114745" y="387566"/>
                </a:cubicBezTo>
                <a:cubicBezTo>
                  <a:pt x="145237" y="387566"/>
                  <a:pt x="171717" y="371518"/>
                  <a:pt x="186963" y="347446"/>
                </a:cubicBezTo>
                <a:cubicBezTo>
                  <a:pt x="190975" y="349853"/>
                  <a:pt x="195789" y="351458"/>
                  <a:pt x="199801" y="353865"/>
                </a:cubicBezTo>
                <a:cubicBezTo>
                  <a:pt x="206221" y="357075"/>
                  <a:pt x="213442" y="360284"/>
                  <a:pt x="220664" y="363494"/>
                </a:cubicBezTo>
                <a:cubicBezTo>
                  <a:pt x="223874" y="386764"/>
                  <a:pt x="227886" y="410034"/>
                  <a:pt x="231095" y="431699"/>
                </a:cubicBezTo>
                <a:cubicBezTo>
                  <a:pt x="239120" y="477437"/>
                  <a:pt x="247144" y="521569"/>
                  <a:pt x="242329" y="562493"/>
                </a:cubicBezTo>
                <a:cubicBezTo>
                  <a:pt x="227083" y="568912"/>
                  <a:pt x="213442" y="577739"/>
                  <a:pt x="201406" y="588972"/>
                </a:cubicBezTo>
                <a:cubicBezTo>
                  <a:pt x="186160" y="581751"/>
                  <a:pt x="168507" y="577739"/>
                  <a:pt x="150052" y="577739"/>
                </a:cubicBezTo>
                <a:cubicBezTo>
                  <a:pt x="103511" y="577739"/>
                  <a:pt x="64193" y="603416"/>
                  <a:pt x="43330" y="641932"/>
                </a:cubicBezTo>
                <a:lnTo>
                  <a:pt x="459784" y="641932"/>
                </a:lnTo>
                <a:cubicBezTo>
                  <a:pt x="440526" y="610638"/>
                  <a:pt x="407627" y="589775"/>
                  <a:pt x="368308" y="586565"/>
                </a:cubicBezTo>
                <a:close/>
              </a:path>
            </a:pathLst>
          </a:custGeom>
          <a:solidFill>
            <a:schemeClr val="bg1"/>
          </a:solidFill>
          <a:ln w="7938" cap="flat">
            <a:solidFill>
              <a:schemeClr val="accent5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17693" name="Graphic 17692" descr="Group of people with solid fill">
            <a:extLst>
              <a:ext uri="{FF2B5EF4-FFF2-40B4-BE49-F238E27FC236}">
                <a16:creationId xmlns:a16="http://schemas.microsoft.com/office/drawing/2014/main" id="{019C6255-8366-42BF-009B-8458C1D8C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95547" y="3631503"/>
            <a:ext cx="632761" cy="632761"/>
          </a:xfrm>
          <a:prstGeom prst="rect">
            <a:avLst/>
          </a:prstGeom>
        </p:spPr>
      </p:pic>
      <p:pic>
        <p:nvPicPr>
          <p:cNvPr id="17694" name="Graphic 17693" descr="Internet with solid fill">
            <a:extLst>
              <a:ext uri="{FF2B5EF4-FFF2-40B4-BE49-F238E27FC236}">
                <a16:creationId xmlns:a16="http://schemas.microsoft.com/office/drawing/2014/main" id="{8BE9AAC6-E953-86B9-0B06-9D4A455BCA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2479" y="4703612"/>
            <a:ext cx="484736" cy="484736"/>
          </a:xfrm>
          <a:prstGeom prst="rect">
            <a:avLst/>
          </a:prstGeom>
        </p:spPr>
      </p:pic>
      <p:pic>
        <p:nvPicPr>
          <p:cNvPr id="17695" name="Graphic 17694" descr="Microscope with solid fill">
            <a:extLst>
              <a:ext uri="{FF2B5EF4-FFF2-40B4-BE49-F238E27FC236}">
                <a16:creationId xmlns:a16="http://schemas.microsoft.com/office/drawing/2014/main" id="{8E5D15CE-D7A8-D298-284E-52F0A48935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75388" y="4347581"/>
            <a:ext cx="430630" cy="430630"/>
          </a:xfrm>
          <a:prstGeom prst="rect">
            <a:avLst/>
          </a:prstGeom>
        </p:spPr>
      </p:pic>
      <p:grpSp>
        <p:nvGrpSpPr>
          <p:cNvPr id="17696" name="Group 17695">
            <a:extLst>
              <a:ext uri="{FF2B5EF4-FFF2-40B4-BE49-F238E27FC236}">
                <a16:creationId xmlns:a16="http://schemas.microsoft.com/office/drawing/2014/main" id="{8B273477-C9ED-8E41-B554-ED5238E5587C}"/>
              </a:ext>
            </a:extLst>
          </p:cNvPr>
          <p:cNvGrpSpPr/>
          <p:nvPr/>
        </p:nvGrpSpPr>
        <p:grpSpPr>
          <a:xfrm>
            <a:off x="7040734" y="1734159"/>
            <a:ext cx="5070221" cy="4823535"/>
            <a:chOff x="5186044" y="861873"/>
            <a:chExt cx="5602026" cy="3920257"/>
          </a:xfrm>
        </p:grpSpPr>
        <p:sp>
          <p:nvSpPr>
            <p:cNvPr id="17697" name="Freeform: Shape 17696">
              <a:extLst>
                <a:ext uri="{FF2B5EF4-FFF2-40B4-BE49-F238E27FC236}">
                  <a16:creationId xmlns:a16="http://schemas.microsoft.com/office/drawing/2014/main" id="{1FB6C15D-7B51-13B7-C8ED-29F8D563357C}"/>
                </a:ext>
              </a:extLst>
            </p:cNvPr>
            <p:cNvSpPr/>
            <p:nvPr/>
          </p:nvSpPr>
          <p:spPr>
            <a:xfrm>
              <a:off x="6579815" y="1572371"/>
              <a:ext cx="35073" cy="34816"/>
            </a:xfrm>
            <a:custGeom>
              <a:avLst/>
              <a:gdLst>
                <a:gd name="connsiteX0" fmla="*/ 17486 w 35073"/>
                <a:gd name="connsiteY0" fmla="*/ 34740 h 34816"/>
                <a:gd name="connsiteX1" fmla="*/ -49 w 35073"/>
                <a:gd name="connsiteY1" fmla="*/ 17766 h 34816"/>
                <a:gd name="connsiteX2" fmla="*/ -49 w 35073"/>
                <a:gd name="connsiteY2" fmla="*/ 17205 h 34816"/>
                <a:gd name="connsiteX3" fmla="*/ 5001 w 35073"/>
                <a:gd name="connsiteY3" fmla="*/ 4860 h 34816"/>
                <a:gd name="connsiteX4" fmla="*/ 29830 w 35073"/>
                <a:gd name="connsiteY4" fmla="*/ 4860 h 34816"/>
                <a:gd name="connsiteX5" fmla="*/ 32075 w 35073"/>
                <a:gd name="connsiteY5" fmla="*/ 7526 h 34816"/>
                <a:gd name="connsiteX6" fmla="*/ 33618 w 35073"/>
                <a:gd name="connsiteY6" fmla="*/ 10472 h 34816"/>
                <a:gd name="connsiteX7" fmla="*/ 34740 w 35073"/>
                <a:gd name="connsiteY7" fmla="*/ 13838 h 34816"/>
                <a:gd name="connsiteX8" fmla="*/ 34740 w 35073"/>
                <a:gd name="connsiteY8" fmla="*/ 20572 h 34816"/>
                <a:gd name="connsiteX9" fmla="*/ 33618 w 35073"/>
                <a:gd name="connsiteY9" fmla="*/ 23939 h 34816"/>
                <a:gd name="connsiteX10" fmla="*/ 32075 w 35073"/>
                <a:gd name="connsiteY10" fmla="*/ 26884 h 34816"/>
                <a:gd name="connsiteX11" fmla="*/ 29830 w 35073"/>
                <a:gd name="connsiteY11" fmla="*/ 29690 h 34816"/>
                <a:gd name="connsiteX12" fmla="*/ 17486 w 35073"/>
                <a:gd name="connsiteY12" fmla="*/ 34740 h 34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073" h="34816">
                  <a:moveTo>
                    <a:pt x="17486" y="34740"/>
                  </a:moveTo>
                  <a:cubicBezTo>
                    <a:pt x="7961" y="34894"/>
                    <a:pt x="105" y="27305"/>
                    <a:pt x="-49" y="17766"/>
                  </a:cubicBezTo>
                  <a:cubicBezTo>
                    <a:pt x="-49" y="17584"/>
                    <a:pt x="-49" y="17387"/>
                    <a:pt x="-49" y="17205"/>
                  </a:cubicBezTo>
                  <a:cubicBezTo>
                    <a:pt x="-63" y="12590"/>
                    <a:pt x="1760" y="8143"/>
                    <a:pt x="5001" y="4860"/>
                  </a:cubicBezTo>
                  <a:cubicBezTo>
                    <a:pt x="11973" y="-1719"/>
                    <a:pt x="22858" y="-1719"/>
                    <a:pt x="29830" y="4860"/>
                  </a:cubicBezTo>
                  <a:cubicBezTo>
                    <a:pt x="30686" y="5646"/>
                    <a:pt x="31444" y="6544"/>
                    <a:pt x="32075" y="7526"/>
                  </a:cubicBezTo>
                  <a:cubicBezTo>
                    <a:pt x="32678" y="8466"/>
                    <a:pt x="33183" y="9448"/>
                    <a:pt x="33618" y="10472"/>
                  </a:cubicBezTo>
                  <a:cubicBezTo>
                    <a:pt x="34123" y="11552"/>
                    <a:pt x="34488" y="12674"/>
                    <a:pt x="34740" y="13838"/>
                  </a:cubicBezTo>
                  <a:cubicBezTo>
                    <a:pt x="35119" y="16069"/>
                    <a:pt x="35119" y="18341"/>
                    <a:pt x="34740" y="20572"/>
                  </a:cubicBezTo>
                  <a:cubicBezTo>
                    <a:pt x="34488" y="21736"/>
                    <a:pt x="34123" y="22858"/>
                    <a:pt x="33618" y="23939"/>
                  </a:cubicBezTo>
                  <a:cubicBezTo>
                    <a:pt x="33183" y="24963"/>
                    <a:pt x="32678" y="25945"/>
                    <a:pt x="32075" y="26884"/>
                  </a:cubicBezTo>
                  <a:cubicBezTo>
                    <a:pt x="31401" y="27880"/>
                    <a:pt x="30658" y="28820"/>
                    <a:pt x="29830" y="29690"/>
                  </a:cubicBezTo>
                  <a:cubicBezTo>
                    <a:pt x="26548" y="32930"/>
                    <a:pt x="22101" y="34754"/>
                    <a:pt x="17486" y="34740"/>
                  </a:cubicBezTo>
                  <a:close/>
                </a:path>
              </a:pathLst>
            </a:custGeom>
            <a:solidFill>
              <a:srgbClr val="0094A5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698" name="Freeform: Shape 17697">
              <a:extLst>
                <a:ext uri="{FF2B5EF4-FFF2-40B4-BE49-F238E27FC236}">
                  <a16:creationId xmlns:a16="http://schemas.microsoft.com/office/drawing/2014/main" id="{37713F13-56A8-5580-F9CA-1EF007CB8CD9}"/>
                </a:ext>
              </a:extLst>
            </p:cNvPr>
            <p:cNvSpPr/>
            <p:nvPr/>
          </p:nvSpPr>
          <p:spPr>
            <a:xfrm>
              <a:off x="6664544" y="1572396"/>
              <a:ext cx="3351004" cy="35139"/>
            </a:xfrm>
            <a:custGeom>
              <a:avLst/>
              <a:gdLst>
                <a:gd name="connsiteX0" fmla="*/ 3315886 w 3351004"/>
                <a:gd name="connsiteY0" fmla="*/ 17461 h 35139"/>
                <a:gd name="connsiteX1" fmla="*/ 3333421 w 3351004"/>
                <a:gd name="connsiteY1" fmla="*/ -74 h 35139"/>
                <a:gd name="connsiteX2" fmla="*/ 3333421 w 3351004"/>
                <a:gd name="connsiteY2" fmla="*/ -74 h 35139"/>
                <a:gd name="connsiteX3" fmla="*/ 3350956 w 3351004"/>
                <a:gd name="connsiteY3" fmla="*/ 17461 h 35139"/>
                <a:gd name="connsiteX4" fmla="*/ 3350956 w 3351004"/>
                <a:gd name="connsiteY4" fmla="*/ 17461 h 35139"/>
                <a:gd name="connsiteX5" fmla="*/ 3333421 w 3351004"/>
                <a:gd name="connsiteY5" fmla="*/ 34996 h 35139"/>
                <a:gd name="connsiteX6" fmla="*/ 3333421 w 3351004"/>
                <a:gd name="connsiteY6" fmla="*/ 34996 h 35139"/>
                <a:gd name="connsiteX7" fmla="*/ 3315886 w 3351004"/>
                <a:gd name="connsiteY7" fmla="*/ 17461 h 35139"/>
                <a:gd name="connsiteX8" fmla="*/ 3230596 w 3351004"/>
                <a:gd name="connsiteY8" fmla="*/ 17461 h 35139"/>
                <a:gd name="connsiteX9" fmla="*/ 3248131 w 3351004"/>
                <a:gd name="connsiteY9" fmla="*/ -74 h 35139"/>
                <a:gd name="connsiteX10" fmla="*/ 3248131 w 3351004"/>
                <a:gd name="connsiteY10" fmla="*/ -74 h 35139"/>
                <a:gd name="connsiteX11" fmla="*/ 3265666 w 3351004"/>
                <a:gd name="connsiteY11" fmla="*/ 17461 h 35139"/>
                <a:gd name="connsiteX12" fmla="*/ 3265666 w 3351004"/>
                <a:gd name="connsiteY12" fmla="*/ 17461 h 35139"/>
                <a:gd name="connsiteX13" fmla="*/ 3248131 w 3351004"/>
                <a:gd name="connsiteY13" fmla="*/ 34996 h 35139"/>
                <a:gd name="connsiteX14" fmla="*/ 3248131 w 3351004"/>
                <a:gd name="connsiteY14" fmla="*/ 34996 h 35139"/>
                <a:gd name="connsiteX15" fmla="*/ 3230596 w 3351004"/>
                <a:gd name="connsiteY15" fmla="*/ 17461 h 35139"/>
                <a:gd name="connsiteX16" fmla="*/ 3145305 w 3351004"/>
                <a:gd name="connsiteY16" fmla="*/ 17461 h 35139"/>
                <a:gd name="connsiteX17" fmla="*/ 3162840 w 3351004"/>
                <a:gd name="connsiteY17" fmla="*/ -74 h 35139"/>
                <a:gd name="connsiteX18" fmla="*/ 3162840 w 3351004"/>
                <a:gd name="connsiteY18" fmla="*/ -74 h 35139"/>
                <a:gd name="connsiteX19" fmla="*/ 3180375 w 3351004"/>
                <a:gd name="connsiteY19" fmla="*/ 17461 h 35139"/>
                <a:gd name="connsiteX20" fmla="*/ 3180375 w 3351004"/>
                <a:gd name="connsiteY20" fmla="*/ 17461 h 35139"/>
                <a:gd name="connsiteX21" fmla="*/ 3162981 w 3351004"/>
                <a:gd name="connsiteY21" fmla="*/ 34716 h 35139"/>
                <a:gd name="connsiteX22" fmla="*/ 3162981 w 3351004"/>
                <a:gd name="connsiteY22" fmla="*/ 34716 h 35139"/>
                <a:gd name="connsiteX23" fmla="*/ 3145305 w 3351004"/>
                <a:gd name="connsiteY23" fmla="*/ 17461 h 35139"/>
                <a:gd name="connsiteX24" fmla="*/ 3060296 w 3351004"/>
                <a:gd name="connsiteY24" fmla="*/ 17461 h 35139"/>
                <a:gd name="connsiteX25" fmla="*/ 3077831 w 3351004"/>
                <a:gd name="connsiteY25" fmla="*/ -74 h 35139"/>
                <a:gd name="connsiteX26" fmla="*/ 3077831 w 3351004"/>
                <a:gd name="connsiteY26" fmla="*/ -74 h 35139"/>
                <a:gd name="connsiteX27" fmla="*/ 3095226 w 3351004"/>
                <a:gd name="connsiteY27" fmla="*/ 17321 h 35139"/>
                <a:gd name="connsiteX28" fmla="*/ 3095226 w 3351004"/>
                <a:gd name="connsiteY28" fmla="*/ 17461 h 35139"/>
                <a:gd name="connsiteX29" fmla="*/ 3095226 w 3351004"/>
                <a:gd name="connsiteY29" fmla="*/ 17461 h 35139"/>
                <a:gd name="connsiteX30" fmla="*/ 3077971 w 3351004"/>
                <a:gd name="connsiteY30" fmla="*/ 34996 h 35139"/>
                <a:gd name="connsiteX31" fmla="*/ 3077831 w 3351004"/>
                <a:gd name="connsiteY31" fmla="*/ 34996 h 35139"/>
                <a:gd name="connsiteX32" fmla="*/ 3077831 w 3351004"/>
                <a:gd name="connsiteY32" fmla="*/ 34996 h 35139"/>
                <a:gd name="connsiteX33" fmla="*/ 3060296 w 3351004"/>
                <a:gd name="connsiteY33" fmla="*/ 17461 h 35139"/>
                <a:gd name="connsiteX34" fmla="*/ 2975146 w 3351004"/>
                <a:gd name="connsiteY34" fmla="*/ 17461 h 35139"/>
                <a:gd name="connsiteX35" fmla="*/ 2992681 w 3351004"/>
                <a:gd name="connsiteY35" fmla="*/ -74 h 35139"/>
                <a:gd name="connsiteX36" fmla="*/ 2992681 w 3351004"/>
                <a:gd name="connsiteY36" fmla="*/ -74 h 35139"/>
                <a:gd name="connsiteX37" fmla="*/ 3010216 w 3351004"/>
                <a:gd name="connsiteY37" fmla="*/ 17461 h 35139"/>
                <a:gd name="connsiteX38" fmla="*/ 3010216 w 3351004"/>
                <a:gd name="connsiteY38" fmla="*/ 17461 h 35139"/>
                <a:gd name="connsiteX39" fmla="*/ 2992681 w 3351004"/>
                <a:gd name="connsiteY39" fmla="*/ 34996 h 35139"/>
                <a:gd name="connsiteX40" fmla="*/ 2992681 w 3351004"/>
                <a:gd name="connsiteY40" fmla="*/ 34996 h 35139"/>
                <a:gd name="connsiteX41" fmla="*/ 2975146 w 3351004"/>
                <a:gd name="connsiteY41" fmla="*/ 17461 h 35139"/>
                <a:gd name="connsiteX42" fmla="*/ 2890136 w 3351004"/>
                <a:gd name="connsiteY42" fmla="*/ 17461 h 35139"/>
                <a:gd name="connsiteX43" fmla="*/ 2907671 w 3351004"/>
                <a:gd name="connsiteY43" fmla="*/ -74 h 35139"/>
                <a:gd name="connsiteX44" fmla="*/ 2907671 w 3351004"/>
                <a:gd name="connsiteY44" fmla="*/ -74 h 35139"/>
                <a:gd name="connsiteX45" fmla="*/ 2925206 w 3351004"/>
                <a:gd name="connsiteY45" fmla="*/ 17461 h 35139"/>
                <a:gd name="connsiteX46" fmla="*/ 2925206 w 3351004"/>
                <a:gd name="connsiteY46" fmla="*/ 17461 h 35139"/>
                <a:gd name="connsiteX47" fmla="*/ 2907671 w 3351004"/>
                <a:gd name="connsiteY47" fmla="*/ 34716 h 35139"/>
                <a:gd name="connsiteX48" fmla="*/ 2907671 w 3351004"/>
                <a:gd name="connsiteY48" fmla="*/ 34716 h 35139"/>
                <a:gd name="connsiteX49" fmla="*/ 2890136 w 3351004"/>
                <a:gd name="connsiteY49" fmla="*/ 17461 h 35139"/>
                <a:gd name="connsiteX50" fmla="*/ 2805127 w 3351004"/>
                <a:gd name="connsiteY50" fmla="*/ 17461 h 35139"/>
                <a:gd name="connsiteX51" fmla="*/ 2822662 w 3351004"/>
                <a:gd name="connsiteY51" fmla="*/ -74 h 35139"/>
                <a:gd name="connsiteX52" fmla="*/ 2822662 w 3351004"/>
                <a:gd name="connsiteY52" fmla="*/ -74 h 35139"/>
                <a:gd name="connsiteX53" fmla="*/ 2840197 w 3351004"/>
                <a:gd name="connsiteY53" fmla="*/ 17461 h 35139"/>
                <a:gd name="connsiteX54" fmla="*/ 2840197 w 3351004"/>
                <a:gd name="connsiteY54" fmla="*/ 17461 h 35139"/>
                <a:gd name="connsiteX55" fmla="*/ 2822662 w 3351004"/>
                <a:gd name="connsiteY55" fmla="*/ 34996 h 35139"/>
                <a:gd name="connsiteX56" fmla="*/ 2822662 w 3351004"/>
                <a:gd name="connsiteY56" fmla="*/ 34996 h 35139"/>
                <a:gd name="connsiteX57" fmla="*/ 2805127 w 3351004"/>
                <a:gd name="connsiteY57" fmla="*/ 17461 h 35139"/>
                <a:gd name="connsiteX58" fmla="*/ 2720117 w 3351004"/>
                <a:gd name="connsiteY58" fmla="*/ 17461 h 35139"/>
                <a:gd name="connsiteX59" fmla="*/ 2737652 w 3351004"/>
                <a:gd name="connsiteY59" fmla="*/ -74 h 35139"/>
                <a:gd name="connsiteX60" fmla="*/ 2737652 w 3351004"/>
                <a:gd name="connsiteY60" fmla="*/ -74 h 35139"/>
                <a:gd name="connsiteX61" fmla="*/ 2755187 w 3351004"/>
                <a:gd name="connsiteY61" fmla="*/ 17461 h 35139"/>
                <a:gd name="connsiteX62" fmla="*/ 2755187 w 3351004"/>
                <a:gd name="connsiteY62" fmla="*/ 17461 h 35139"/>
                <a:gd name="connsiteX63" fmla="*/ 2737652 w 3351004"/>
                <a:gd name="connsiteY63" fmla="*/ 34996 h 35139"/>
                <a:gd name="connsiteX64" fmla="*/ 2737652 w 3351004"/>
                <a:gd name="connsiteY64" fmla="*/ 34996 h 35139"/>
                <a:gd name="connsiteX65" fmla="*/ 2720117 w 3351004"/>
                <a:gd name="connsiteY65" fmla="*/ 17461 h 35139"/>
                <a:gd name="connsiteX66" fmla="*/ 2635108 w 3351004"/>
                <a:gd name="connsiteY66" fmla="*/ 17461 h 35139"/>
                <a:gd name="connsiteX67" fmla="*/ 2652642 w 3351004"/>
                <a:gd name="connsiteY67" fmla="*/ -74 h 35139"/>
                <a:gd name="connsiteX68" fmla="*/ 2652642 w 3351004"/>
                <a:gd name="connsiteY68" fmla="*/ -74 h 35139"/>
                <a:gd name="connsiteX69" fmla="*/ 2670177 w 3351004"/>
                <a:gd name="connsiteY69" fmla="*/ 17461 h 35139"/>
                <a:gd name="connsiteX70" fmla="*/ 2670177 w 3351004"/>
                <a:gd name="connsiteY70" fmla="*/ 17461 h 35139"/>
                <a:gd name="connsiteX71" fmla="*/ 2652642 w 3351004"/>
                <a:gd name="connsiteY71" fmla="*/ 34996 h 35139"/>
                <a:gd name="connsiteX72" fmla="*/ 2652642 w 3351004"/>
                <a:gd name="connsiteY72" fmla="*/ 34996 h 35139"/>
                <a:gd name="connsiteX73" fmla="*/ 2635108 w 3351004"/>
                <a:gd name="connsiteY73" fmla="*/ 17461 h 35139"/>
                <a:gd name="connsiteX74" fmla="*/ 2550098 w 3351004"/>
                <a:gd name="connsiteY74" fmla="*/ 17461 h 35139"/>
                <a:gd name="connsiteX75" fmla="*/ 2567633 w 3351004"/>
                <a:gd name="connsiteY75" fmla="*/ -74 h 35139"/>
                <a:gd name="connsiteX76" fmla="*/ 2567633 w 3351004"/>
                <a:gd name="connsiteY76" fmla="*/ -74 h 35139"/>
                <a:gd name="connsiteX77" fmla="*/ 2585168 w 3351004"/>
                <a:gd name="connsiteY77" fmla="*/ 17461 h 35139"/>
                <a:gd name="connsiteX78" fmla="*/ 2585168 w 3351004"/>
                <a:gd name="connsiteY78" fmla="*/ 17461 h 35139"/>
                <a:gd name="connsiteX79" fmla="*/ 2567633 w 3351004"/>
                <a:gd name="connsiteY79" fmla="*/ 34996 h 35139"/>
                <a:gd name="connsiteX80" fmla="*/ 2567633 w 3351004"/>
                <a:gd name="connsiteY80" fmla="*/ 34996 h 35139"/>
                <a:gd name="connsiteX81" fmla="*/ 2550098 w 3351004"/>
                <a:gd name="connsiteY81" fmla="*/ 17461 h 35139"/>
                <a:gd name="connsiteX82" fmla="*/ 2465088 w 3351004"/>
                <a:gd name="connsiteY82" fmla="*/ 17461 h 35139"/>
                <a:gd name="connsiteX83" fmla="*/ 2482623 w 3351004"/>
                <a:gd name="connsiteY83" fmla="*/ -74 h 35139"/>
                <a:gd name="connsiteX84" fmla="*/ 2482623 w 3351004"/>
                <a:gd name="connsiteY84" fmla="*/ -74 h 35139"/>
                <a:gd name="connsiteX85" fmla="*/ 2500158 w 3351004"/>
                <a:gd name="connsiteY85" fmla="*/ 17461 h 35139"/>
                <a:gd name="connsiteX86" fmla="*/ 2500158 w 3351004"/>
                <a:gd name="connsiteY86" fmla="*/ 17461 h 35139"/>
                <a:gd name="connsiteX87" fmla="*/ 2482623 w 3351004"/>
                <a:gd name="connsiteY87" fmla="*/ 34716 h 35139"/>
                <a:gd name="connsiteX88" fmla="*/ 2482623 w 3351004"/>
                <a:gd name="connsiteY88" fmla="*/ 34716 h 35139"/>
                <a:gd name="connsiteX89" fmla="*/ 2465088 w 3351004"/>
                <a:gd name="connsiteY89" fmla="*/ 17461 h 35139"/>
                <a:gd name="connsiteX90" fmla="*/ 2380079 w 3351004"/>
                <a:gd name="connsiteY90" fmla="*/ 17461 h 35139"/>
                <a:gd name="connsiteX91" fmla="*/ 2397614 w 3351004"/>
                <a:gd name="connsiteY91" fmla="*/ -74 h 35139"/>
                <a:gd name="connsiteX92" fmla="*/ 2397614 w 3351004"/>
                <a:gd name="connsiteY92" fmla="*/ -74 h 35139"/>
                <a:gd name="connsiteX93" fmla="*/ 2415149 w 3351004"/>
                <a:gd name="connsiteY93" fmla="*/ 17461 h 35139"/>
                <a:gd name="connsiteX94" fmla="*/ 2415149 w 3351004"/>
                <a:gd name="connsiteY94" fmla="*/ 17461 h 35139"/>
                <a:gd name="connsiteX95" fmla="*/ 2397614 w 3351004"/>
                <a:gd name="connsiteY95" fmla="*/ 34996 h 35139"/>
                <a:gd name="connsiteX96" fmla="*/ 2397614 w 3351004"/>
                <a:gd name="connsiteY96" fmla="*/ 34996 h 35139"/>
                <a:gd name="connsiteX97" fmla="*/ 2380079 w 3351004"/>
                <a:gd name="connsiteY97" fmla="*/ 17461 h 35139"/>
                <a:gd name="connsiteX98" fmla="*/ 2295069 w 3351004"/>
                <a:gd name="connsiteY98" fmla="*/ 17461 h 35139"/>
                <a:gd name="connsiteX99" fmla="*/ 2312745 w 3351004"/>
                <a:gd name="connsiteY99" fmla="*/ -74 h 35139"/>
                <a:gd name="connsiteX100" fmla="*/ 2312745 w 3351004"/>
                <a:gd name="connsiteY100" fmla="*/ -74 h 35139"/>
                <a:gd name="connsiteX101" fmla="*/ 2330139 w 3351004"/>
                <a:gd name="connsiteY101" fmla="*/ 17321 h 35139"/>
                <a:gd name="connsiteX102" fmla="*/ 2330139 w 3351004"/>
                <a:gd name="connsiteY102" fmla="*/ 17461 h 35139"/>
                <a:gd name="connsiteX103" fmla="*/ 2330139 w 3351004"/>
                <a:gd name="connsiteY103" fmla="*/ 17461 h 35139"/>
                <a:gd name="connsiteX104" fmla="*/ 2312885 w 3351004"/>
                <a:gd name="connsiteY104" fmla="*/ 34996 h 35139"/>
                <a:gd name="connsiteX105" fmla="*/ 2312745 w 3351004"/>
                <a:gd name="connsiteY105" fmla="*/ 34996 h 35139"/>
                <a:gd name="connsiteX106" fmla="*/ 2312745 w 3351004"/>
                <a:gd name="connsiteY106" fmla="*/ 34996 h 35139"/>
                <a:gd name="connsiteX107" fmla="*/ 2295069 w 3351004"/>
                <a:gd name="connsiteY107" fmla="*/ 17461 h 35139"/>
                <a:gd name="connsiteX108" fmla="*/ 2210200 w 3351004"/>
                <a:gd name="connsiteY108" fmla="*/ 17461 h 35139"/>
                <a:gd name="connsiteX109" fmla="*/ 2227735 w 3351004"/>
                <a:gd name="connsiteY109" fmla="*/ -74 h 35139"/>
                <a:gd name="connsiteX110" fmla="*/ 2227735 w 3351004"/>
                <a:gd name="connsiteY110" fmla="*/ -74 h 35139"/>
                <a:gd name="connsiteX111" fmla="*/ 2245270 w 3351004"/>
                <a:gd name="connsiteY111" fmla="*/ 17461 h 35139"/>
                <a:gd name="connsiteX112" fmla="*/ 2245270 w 3351004"/>
                <a:gd name="connsiteY112" fmla="*/ 17461 h 35139"/>
                <a:gd name="connsiteX113" fmla="*/ 2227735 w 3351004"/>
                <a:gd name="connsiteY113" fmla="*/ 34996 h 35139"/>
                <a:gd name="connsiteX114" fmla="*/ 2227735 w 3351004"/>
                <a:gd name="connsiteY114" fmla="*/ 34996 h 35139"/>
                <a:gd name="connsiteX115" fmla="*/ 2210200 w 3351004"/>
                <a:gd name="connsiteY115" fmla="*/ 17461 h 35139"/>
                <a:gd name="connsiteX116" fmla="*/ 2125190 w 3351004"/>
                <a:gd name="connsiteY116" fmla="*/ 17461 h 35139"/>
                <a:gd name="connsiteX117" fmla="*/ 2142725 w 3351004"/>
                <a:gd name="connsiteY117" fmla="*/ -74 h 35139"/>
                <a:gd name="connsiteX118" fmla="*/ 2142725 w 3351004"/>
                <a:gd name="connsiteY118" fmla="*/ -74 h 35139"/>
                <a:gd name="connsiteX119" fmla="*/ 2160260 w 3351004"/>
                <a:gd name="connsiteY119" fmla="*/ 17461 h 35139"/>
                <a:gd name="connsiteX120" fmla="*/ 2160260 w 3351004"/>
                <a:gd name="connsiteY120" fmla="*/ 17461 h 35139"/>
                <a:gd name="connsiteX121" fmla="*/ 2142725 w 3351004"/>
                <a:gd name="connsiteY121" fmla="*/ 34996 h 35139"/>
                <a:gd name="connsiteX122" fmla="*/ 2142725 w 3351004"/>
                <a:gd name="connsiteY122" fmla="*/ 34996 h 35139"/>
                <a:gd name="connsiteX123" fmla="*/ 2124910 w 3351004"/>
                <a:gd name="connsiteY123" fmla="*/ 17742 h 35139"/>
                <a:gd name="connsiteX124" fmla="*/ 2124910 w 3351004"/>
                <a:gd name="connsiteY124" fmla="*/ 17461 h 35139"/>
                <a:gd name="connsiteX125" fmla="*/ 2040181 w 3351004"/>
                <a:gd name="connsiteY125" fmla="*/ 17461 h 35139"/>
                <a:gd name="connsiteX126" fmla="*/ 2057716 w 3351004"/>
                <a:gd name="connsiteY126" fmla="*/ -74 h 35139"/>
                <a:gd name="connsiteX127" fmla="*/ 2057856 w 3351004"/>
                <a:gd name="connsiteY127" fmla="*/ -74 h 35139"/>
                <a:gd name="connsiteX128" fmla="*/ 2057856 w 3351004"/>
                <a:gd name="connsiteY128" fmla="*/ -74 h 35139"/>
                <a:gd name="connsiteX129" fmla="*/ 2075251 w 3351004"/>
                <a:gd name="connsiteY129" fmla="*/ 17461 h 35139"/>
                <a:gd name="connsiteX130" fmla="*/ 2075251 w 3351004"/>
                <a:gd name="connsiteY130" fmla="*/ 17461 h 35139"/>
                <a:gd name="connsiteX131" fmla="*/ 2057856 w 3351004"/>
                <a:gd name="connsiteY131" fmla="*/ 34996 h 35139"/>
                <a:gd name="connsiteX132" fmla="*/ 2057856 w 3351004"/>
                <a:gd name="connsiteY132" fmla="*/ 34996 h 35139"/>
                <a:gd name="connsiteX133" fmla="*/ 2040742 w 3351004"/>
                <a:gd name="connsiteY133" fmla="*/ 17461 h 35139"/>
                <a:gd name="connsiteX134" fmla="*/ 1956013 w 3351004"/>
                <a:gd name="connsiteY134" fmla="*/ 17461 h 35139"/>
                <a:gd name="connsiteX135" fmla="*/ 1973548 w 3351004"/>
                <a:gd name="connsiteY135" fmla="*/ -74 h 35139"/>
                <a:gd name="connsiteX136" fmla="*/ 1973548 w 3351004"/>
                <a:gd name="connsiteY136" fmla="*/ -74 h 35139"/>
                <a:gd name="connsiteX137" fmla="*/ 1991083 w 3351004"/>
                <a:gd name="connsiteY137" fmla="*/ 17461 h 35139"/>
                <a:gd name="connsiteX138" fmla="*/ 1991083 w 3351004"/>
                <a:gd name="connsiteY138" fmla="*/ 17461 h 35139"/>
                <a:gd name="connsiteX139" fmla="*/ 1973548 w 3351004"/>
                <a:gd name="connsiteY139" fmla="*/ 34996 h 35139"/>
                <a:gd name="connsiteX140" fmla="*/ 1973548 w 3351004"/>
                <a:gd name="connsiteY140" fmla="*/ 34996 h 35139"/>
                <a:gd name="connsiteX141" fmla="*/ 1955326 w 3351004"/>
                <a:gd name="connsiteY141" fmla="*/ 18177 h 35139"/>
                <a:gd name="connsiteX142" fmla="*/ 1955311 w 3351004"/>
                <a:gd name="connsiteY142" fmla="*/ 17461 h 35139"/>
                <a:gd name="connsiteX143" fmla="*/ 1871003 w 3351004"/>
                <a:gd name="connsiteY143" fmla="*/ 17461 h 35139"/>
                <a:gd name="connsiteX144" fmla="*/ 1888538 w 3351004"/>
                <a:gd name="connsiteY144" fmla="*/ -74 h 35139"/>
                <a:gd name="connsiteX145" fmla="*/ 1888538 w 3351004"/>
                <a:gd name="connsiteY145" fmla="*/ -74 h 35139"/>
                <a:gd name="connsiteX146" fmla="*/ 1906073 w 3351004"/>
                <a:gd name="connsiteY146" fmla="*/ 17461 h 35139"/>
                <a:gd name="connsiteX147" fmla="*/ 1906073 w 3351004"/>
                <a:gd name="connsiteY147" fmla="*/ 17461 h 35139"/>
                <a:gd name="connsiteX148" fmla="*/ 1888272 w 3351004"/>
                <a:gd name="connsiteY148" fmla="*/ 34730 h 35139"/>
                <a:gd name="connsiteX149" fmla="*/ 1887837 w 3351004"/>
                <a:gd name="connsiteY149" fmla="*/ 34716 h 35139"/>
                <a:gd name="connsiteX150" fmla="*/ 1887837 w 3351004"/>
                <a:gd name="connsiteY150" fmla="*/ 34716 h 35139"/>
                <a:gd name="connsiteX151" fmla="*/ 1870302 w 3351004"/>
                <a:gd name="connsiteY151" fmla="*/ 17461 h 35139"/>
                <a:gd name="connsiteX152" fmla="*/ 1786134 w 3351004"/>
                <a:gd name="connsiteY152" fmla="*/ 17461 h 35139"/>
                <a:gd name="connsiteX153" fmla="*/ 1803669 w 3351004"/>
                <a:gd name="connsiteY153" fmla="*/ -74 h 35139"/>
                <a:gd name="connsiteX154" fmla="*/ 1803669 w 3351004"/>
                <a:gd name="connsiteY154" fmla="*/ -74 h 35139"/>
                <a:gd name="connsiteX155" fmla="*/ 1821063 w 3351004"/>
                <a:gd name="connsiteY155" fmla="*/ 17461 h 35139"/>
                <a:gd name="connsiteX156" fmla="*/ 1821063 w 3351004"/>
                <a:gd name="connsiteY156" fmla="*/ 17461 h 35139"/>
                <a:gd name="connsiteX157" fmla="*/ 1803669 w 3351004"/>
                <a:gd name="connsiteY157" fmla="*/ 34996 h 35139"/>
                <a:gd name="connsiteX158" fmla="*/ 1803669 w 3351004"/>
                <a:gd name="connsiteY158" fmla="*/ 34996 h 35139"/>
                <a:gd name="connsiteX159" fmla="*/ 1785446 w 3351004"/>
                <a:gd name="connsiteY159" fmla="*/ 18177 h 35139"/>
                <a:gd name="connsiteX160" fmla="*/ 1785432 w 3351004"/>
                <a:gd name="connsiteY160" fmla="*/ 17461 h 35139"/>
                <a:gd name="connsiteX161" fmla="*/ 1701124 w 3351004"/>
                <a:gd name="connsiteY161" fmla="*/ 17461 h 35139"/>
                <a:gd name="connsiteX162" fmla="*/ 1718659 w 3351004"/>
                <a:gd name="connsiteY162" fmla="*/ -74 h 35139"/>
                <a:gd name="connsiteX163" fmla="*/ 1718659 w 3351004"/>
                <a:gd name="connsiteY163" fmla="*/ -74 h 35139"/>
                <a:gd name="connsiteX164" fmla="*/ 1736194 w 3351004"/>
                <a:gd name="connsiteY164" fmla="*/ 17461 h 35139"/>
                <a:gd name="connsiteX165" fmla="*/ 1736194 w 3351004"/>
                <a:gd name="connsiteY165" fmla="*/ 17461 h 35139"/>
                <a:gd name="connsiteX166" fmla="*/ 1718393 w 3351004"/>
                <a:gd name="connsiteY166" fmla="*/ 34716 h 35139"/>
                <a:gd name="connsiteX167" fmla="*/ 1718098 w 3351004"/>
                <a:gd name="connsiteY167" fmla="*/ 34716 h 35139"/>
                <a:gd name="connsiteX168" fmla="*/ 1718098 w 3351004"/>
                <a:gd name="connsiteY168" fmla="*/ 34716 h 35139"/>
                <a:gd name="connsiteX169" fmla="*/ 1700423 w 3351004"/>
                <a:gd name="connsiteY169" fmla="*/ 17461 h 35139"/>
                <a:gd name="connsiteX170" fmla="*/ 1615974 w 3351004"/>
                <a:gd name="connsiteY170" fmla="*/ 17461 h 35139"/>
                <a:gd name="connsiteX171" fmla="*/ 1633509 w 3351004"/>
                <a:gd name="connsiteY171" fmla="*/ -74 h 35139"/>
                <a:gd name="connsiteX172" fmla="*/ 1633509 w 3351004"/>
                <a:gd name="connsiteY172" fmla="*/ -74 h 35139"/>
                <a:gd name="connsiteX173" fmla="*/ 1651044 w 3351004"/>
                <a:gd name="connsiteY173" fmla="*/ 17461 h 35139"/>
                <a:gd name="connsiteX174" fmla="*/ 1651044 w 3351004"/>
                <a:gd name="connsiteY174" fmla="*/ 17461 h 35139"/>
                <a:gd name="connsiteX175" fmla="*/ 1633509 w 3351004"/>
                <a:gd name="connsiteY175" fmla="*/ 34996 h 35139"/>
                <a:gd name="connsiteX176" fmla="*/ 1633509 w 3351004"/>
                <a:gd name="connsiteY176" fmla="*/ 34996 h 35139"/>
                <a:gd name="connsiteX177" fmla="*/ 1615287 w 3351004"/>
                <a:gd name="connsiteY177" fmla="*/ 18177 h 35139"/>
                <a:gd name="connsiteX178" fmla="*/ 1615273 w 3351004"/>
                <a:gd name="connsiteY178" fmla="*/ 17461 h 35139"/>
                <a:gd name="connsiteX179" fmla="*/ 1530965 w 3351004"/>
                <a:gd name="connsiteY179" fmla="*/ 17461 h 35139"/>
                <a:gd name="connsiteX180" fmla="*/ 1548500 w 3351004"/>
                <a:gd name="connsiteY180" fmla="*/ -74 h 35139"/>
                <a:gd name="connsiteX181" fmla="*/ 1548500 w 3351004"/>
                <a:gd name="connsiteY181" fmla="*/ -74 h 35139"/>
                <a:gd name="connsiteX182" fmla="*/ 1566035 w 3351004"/>
                <a:gd name="connsiteY182" fmla="*/ 17461 h 35139"/>
                <a:gd name="connsiteX183" fmla="*/ 1566035 w 3351004"/>
                <a:gd name="connsiteY183" fmla="*/ 17461 h 35139"/>
                <a:gd name="connsiteX184" fmla="*/ 1548500 w 3351004"/>
                <a:gd name="connsiteY184" fmla="*/ 34996 h 35139"/>
                <a:gd name="connsiteX185" fmla="*/ 1548500 w 3351004"/>
                <a:gd name="connsiteY185" fmla="*/ 34996 h 35139"/>
                <a:gd name="connsiteX186" fmla="*/ 1530277 w 3351004"/>
                <a:gd name="connsiteY186" fmla="*/ 18177 h 35139"/>
                <a:gd name="connsiteX187" fmla="*/ 1530263 w 3351004"/>
                <a:gd name="connsiteY187" fmla="*/ 17461 h 35139"/>
                <a:gd name="connsiteX188" fmla="*/ 1446095 w 3351004"/>
                <a:gd name="connsiteY188" fmla="*/ 17461 h 35139"/>
                <a:gd name="connsiteX189" fmla="*/ 1463630 w 3351004"/>
                <a:gd name="connsiteY189" fmla="*/ -74 h 35139"/>
                <a:gd name="connsiteX190" fmla="*/ 1463630 w 3351004"/>
                <a:gd name="connsiteY190" fmla="*/ -74 h 35139"/>
                <a:gd name="connsiteX191" fmla="*/ 1481165 w 3351004"/>
                <a:gd name="connsiteY191" fmla="*/ 17461 h 35139"/>
                <a:gd name="connsiteX192" fmla="*/ 1481165 w 3351004"/>
                <a:gd name="connsiteY192" fmla="*/ 17461 h 35139"/>
                <a:gd name="connsiteX193" fmla="*/ 1463630 w 3351004"/>
                <a:gd name="connsiteY193" fmla="*/ 34996 h 35139"/>
                <a:gd name="connsiteX194" fmla="*/ 1463630 w 3351004"/>
                <a:gd name="connsiteY194" fmla="*/ 34996 h 35139"/>
                <a:gd name="connsiteX195" fmla="*/ 1445408 w 3351004"/>
                <a:gd name="connsiteY195" fmla="*/ 18177 h 35139"/>
                <a:gd name="connsiteX196" fmla="*/ 1445394 w 3351004"/>
                <a:gd name="connsiteY196" fmla="*/ 17461 h 35139"/>
                <a:gd name="connsiteX197" fmla="*/ 1361226 w 3351004"/>
                <a:gd name="connsiteY197" fmla="*/ 17461 h 35139"/>
                <a:gd name="connsiteX198" fmla="*/ 1378761 w 3351004"/>
                <a:gd name="connsiteY198" fmla="*/ -74 h 35139"/>
                <a:gd name="connsiteX199" fmla="*/ 1378761 w 3351004"/>
                <a:gd name="connsiteY199" fmla="*/ -74 h 35139"/>
                <a:gd name="connsiteX200" fmla="*/ 1396296 w 3351004"/>
                <a:gd name="connsiteY200" fmla="*/ 17461 h 35139"/>
                <a:gd name="connsiteX201" fmla="*/ 1396296 w 3351004"/>
                <a:gd name="connsiteY201" fmla="*/ 17461 h 35139"/>
                <a:gd name="connsiteX202" fmla="*/ 1378761 w 3351004"/>
                <a:gd name="connsiteY202" fmla="*/ 34996 h 35139"/>
                <a:gd name="connsiteX203" fmla="*/ 1378761 w 3351004"/>
                <a:gd name="connsiteY203" fmla="*/ 34996 h 35139"/>
                <a:gd name="connsiteX204" fmla="*/ 1360539 w 3351004"/>
                <a:gd name="connsiteY204" fmla="*/ 18177 h 35139"/>
                <a:gd name="connsiteX205" fmla="*/ 1360525 w 3351004"/>
                <a:gd name="connsiteY205" fmla="*/ 17461 h 35139"/>
                <a:gd name="connsiteX206" fmla="*/ 1276217 w 3351004"/>
                <a:gd name="connsiteY206" fmla="*/ 17461 h 35139"/>
                <a:gd name="connsiteX207" fmla="*/ 1293752 w 3351004"/>
                <a:gd name="connsiteY207" fmla="*/ -74 h 35139"/>
                <a:gd name="connsiteX208" fmla="*/ 1293752 w 3351004"/>
                <a:gd name="connsiteY208" fmla="*/ -74 h 35139"/>
                <a:gd name="connsiteX209" fmla="*/ 1311287 w 3351004"/>
                <a:gd name="connsiteY209" fmla="*/ 17461 h 35139"/>
                <a:gd name="connsiteX210" fmla="*/ 1311287 w 3351004"/>
                <a:gd name="connsiteY210" fmla="*/ 17461 h 35139"/>
                <a:gd name="connsiteX211" fmla="*/ 1293485 w 3351004"/>
                <a:gd name="connsiteY211" fmla="*/ 34730 h 35139"/>
                <a:gd name="connsiteX212" fmla="*/ 1293050 w 3351004"/>
                <a:gd name="connsiteY212" fmla="*/ 34716 h 35139"/>
                <a:gd name="connsiteX213" fmla="*/ 1293050 w 3351004"/>
                <a:gd name="connsiteY213" fmla="*/ 34716 h 35139"/>
                <a:gd name="connsiteX214" fmla="*/ 1275515 w 3351004"/>
                <a:gd name="connsiteY214" fmla="*/ 17461 h 35139"/>
                <a:gd name="connsiteX215" fmla="*/ 1191207 w 3351004"/>
                <a:gd name="connsiteY215" fmla="*/ 17461 h 35139"/>
                <a:gd name="connsiteX216" fmla="*/ 1208882 w 3351004"/>
                <a:gd name="connsiteY216" fmla="*/ -74 h 35139"/>
                <a:gd name="connsiteX217" fmla="*/ 1208882 w 3351004"/>
                <a:gd name="connsiteY217" fmla="*/ -74 h 35139"/>
                <a:gd name="connsiteX218" fmla="*/ 1226277 w 3351004"/>
                <a:gd name="connsiteY218" fmla="*/ 17321 h 35139"/>
                <a:gd name="connsiteX219" fmla="*/ 1226277 w 3351004"/>
                <a:gd name="connsiteY219" fmla="*/ 17461 h 35139"/>
                <a:gd name="connsiteX220" fmla="*/ 1226277 w 3351004"/>
                <a:gd name="connsiteY220" fmla="*/ 17461 h 35139"/>
                <a:gd name="connsiteX221" fmla="*/ 1209023 w 3351004"/>
                <a:gd name="connsiteY221" fmla="*/ 34996 h 35139"/>
                <a:gd name="connsiteX222" fmla="*/ 1208882 w 3351004"/>
                <a:gd name="connsiteY222" fmla="*/ 34996 h 35139"/>
                <a:gd name="connsiteX223" fmla="*/ 1208882 w 3351004"/>
                <a:gd name="connsiteY223" fmla="*/ 34996 h 35139"/>
                <a:gd name="connsiteX224" fmla="*/ 1190520 w 3351004"/>
                <a:gd name="connsiteY224" fmla="*/ 18036 h 35139"/>
                <a:gd name="connsiteX225" fmla="*/ 1190506 w 3351004"/>
                <a:gd name="connsiteY225" fmla="*/ 17461 h 35139"/>
                <a:gd name="connsiteX226" fmla="*/ 1107039 w 3351004"/>
                <a:gd name="connsiteY226" fmla="*/ 17461 h 35139"/>
                <a:gd name="connsiteX227" fmla="*/ 1124574 w 3351004"/>
                <a:gd name="connsiteY227" fmla="*/ -74 h 35139"/>
                <a:gd name="connsiteX228" fmla="*/ 1124574 w 3351004"/>
                <a:gd name="connsiteY228" fmla="*/ -74 h 35139"/>
                <a:gd name="connsiteX229" fmla="*/ 1142109 w 3351004"/>
                <a:gd name="connsiteY229" fmla="*/ 17461 h 35139"/>
                <a:gd name="connsiteX230" fmla="*/ 1142109 w 3351004"/>
                <a:gd name="connsiteY230" fmla="*/ 17461 h 35139"/>
                <a:gd name="connsiteX231" fmla="*/ 1124574 w 3351004"/>
                <a:gd name="connsiteY231" fmla="*/ 34996 h 35139"/>
                <a:gd name="connsiteX232" fmla="*/ 1124574 w 3351004"/>
                <a:gd name="connsiteY232" fmla="*/ 34996 h 35139"/>
                <a:gd name="connsiteX233" fmla="*/ 1105692 w 3351004"/>
                <a:gd name="connsiteY233" fmla="*/ 18920 h 35139"/>
                <a:gd name="connsiteX234" fmla="*/ 1105636 w 3351004"/>
                <a:gd name="connsiteY234" fmla="*/ 17461 h 35139"/>
                <a:gd name="connsiteX235" fmla="*/ 1022030 w 3351004"/>
                <a:gd name="connsiteY235" fmla="*/ 17461 h 35139"/>
                <a:gd name="connsiteX236" fmla="*/ 1039565 w 3351004"/>
                <a:gd name="connsiteY236" fmla="*/ -74 h 35139"/>
                <a:gd name="connsiteX237" fmla="*/ 1039565 w 3351004"/>
                <a:gd name="connsiteY237" fmla="*/ -74 h 35139"/>
                <a:gd name="connsiteX238" fmla="*/ 1057100 w 3351004"/>
                <a:gd name="connsiteY238" fmla="*/ 17461 h 35139"/>
                <a:gd name="connsiteX239" fmla="*/ 1057100 w 3351004"/>
                <a:gd name="connsiteY239" fmla="*/ 17461 h 35139"/>
                <a:gd name="connsiteX240" fmla="*/ 1039565 w 3351004"/>
                <a:gd name="connsiteY240" fmla="*/ 34996 h 35139"/>
                <a:gd name="connsiteX241" fmla="*/ 1039565 w 3351004"/>
                <a:gd name="connsiteY241" fmla="*/ 34996 h 35139"/>
                <a:gd name="connsiteX242" fmla="*/ 1020683 w 3351004"/>
                <a:gd name="connsiteY242" fmla="*/ 18920 h 35139"/>
                <a:gd name="connsiteX243" fmla="*/ 1020627 w 3351004"/>
                <a:gd name="connsiteY243" fmla="*/ 17461 h 35139"/>
                <a:gd name="connsiteX244" fmla="*/ 937020 w 3351004"/>
                <a:gd name="connsiteY244" fmla="*/ 17461 h 35139"/>
                <a:gd name="connsiteX245" fmla="*/ 954555 w 3351004"/>
                <a:gd name="connsiteY245" fmla="*/ -74 h 35139"/>
                <a:gd name="connsiteX246" fmla="*/ 954695 w 3351004"/>
                <a:gd name="connsiteY246" fmla="*/ -74 h 35139"/>
                <a:gd name="connsiteX247" fmla="*/ 954695 w 3351004"/>
                <a:gd name="connsiteY247" fmla="*/ -74 h 35139"/>
                <a:gd name="connsiteX248" fmla="*/ 972090 w 3351004"/>
                <a:gd name="connsiteY248" fmla="*/ 17461 h 35139"/>
                <a:gd name="connsiteX249" fmla="*/ 972090 w 3351004"/>
                <a:gd name="connsiteY249" fmla="*/ 17461 h 35139"/>
                <a:gd name="connsiteX250" fmla="*/ 954695 w 3351004"/>
                <a:gd name="connsiteY250" fmla="*/ 34996 h 35139"/>
                <a:gd name="connsiteX251" fmla="*/ 954695 w 3351004"/>
                <a:gd name="connsiteY251" fmla="*/ 34996 h 35139"/>
                <a:gd name="connsiteX252" fmla="*/ 935687 w 3351004"/>
                <a:gd name="connsiteY252" fmla="*/ 19074 h 35139"/>
                <a:gd name="connsiteX253" fmla="*/ 935617 w 3351004"/>
                <a:gd name="connsiteY253" fmla="*/ 17461 h 35139"/>
                <a:gd name="connsiteX254" fmla="*/ 852151 w 3351004"/>
                <a:gd name="connsiteY254" fmla="*/ 17461 h 35139"/>
                <a:gd name="connsiteX255" fmla="*/ 869686 w 3351004"/>
                <a:gd name="connsiteY255" fmla="*/ -74 h 35139"/>
                <a:gd name="connsiteX256" fmla="*/ 869686 w 3351004"/>
                <a:gd name="connsiteY256" fmla="*/ -74 h 35139"/>
                <a:gd name="connsiteX257" fmla="*/ 887221 w 3351004"/>
                <a:gd name="connsiteY257" fmla="*/ 17461 h 35139"/>
                <a:gd name="connsiteX258" fmla="*/ 887221 w 3351004"/>
                <a:gd name="connsiteY258" fmla="*/ 17461 h 35139"/>
                <a:gd name="connsiteX259" fmla="*/ 869686 w 3351004"/>
                <a:gd name="connsiteY259" fmla="*/ 34996 h 35139"/>
                <a:gd name="connsiteX260" fmla="*/ 869686 w 3351004"/>
                <a:gd name="connsiteY260" fmla="*/ 34996 h 35139"/>
                <a:gd name="connsiteX261" fmla="*/ 850804 w 3351004"/>
                <a:gd name="connsiteY261" fmla="*/ 18920 h 35139"/>
                <a:gd name="connsiteX262" fmla="*/ 850748 w 3351004"/>
                <a:gd name="connsiteY262" fmla="*/ 17461 h 35139"/>
                <a:gd name="connsiteX263" fmla="*/ 767141 w 3351004"/>
                <a:gd name="connsiteY263" fmla="*/ 17461 h 35139"/>
                <a:gd name="connsiteX264" fmla="*/ 784676 w 3351004"/>
                <a:gd name="connsiteY264" fmla="*/ -74 h 35139"/>
                <a:gd name="connsiteX265" fmla="*/ 784676 w 3351004"/>
                <a:gd name="connsiteY265" fmla="*/ -74 h 35139"/>
                <a:gd name="connsiteX266" fmla="*/ 802211 w 3351004"/>
                <a:gd name="connsiteY266" fmla="*/ 17461 h 35139"/>
                <a:gd name="connsiteX267" fmla="*/ 802211 w 3351004"/>
                <a:gd name="connsiteY267" fmla="*/ 17461 h 35139"/>
                <a:gd name="connsiteX268" fmla="*/ 784676 w 3351004"/>
                <a:gd name="connsiteY268" fmla="*/ 34996 h 35139"/>
                <a:gd name="connsiteX269" fmla="*/ 784676 w 3351004"/>
                <a:gd name="connsiteY269" fmla="*/ 34996 h 35139"/>
                <a:gd name="connsiteX270" fmla="*/ 765794 w 3351004"/>
                <a:gd name="connsiteY270" fmla="*/ 18920 h 35139"/>
                <a:gd name="connsiteX271" fmla="*/ 765738 w 3351004"/>
                <a:gd name="connsiteY271" fmla="*/ 17461 h 35139"/>
                <a:gd name="connsiteX272" fmla="*/ 682131 w 3351004"/>
                <a:gd name="connsiteY272" fmla="*/ 17461 h 35139"/>
                <a:gd name="connsiteX273" fmla="*/ 699666 w 3351004"/>
                <a:gd name="connsiteY273" fmla="*/ -74 h 35139"/>
                <a:gd name="connsiteX274" fmla="*/ 699666 w 3351004"/>
                <a:gd name="connsiteY274" fmla="*/ -74 h 35139"/>
                <a:gd name="connsiteX275" fmla="*/ 717201 w 3351004"/>
                <a:gd name="connsiteY275" fmla="*/ 17461 h 35139"/>
                <a:gd name="connsiteX276" fmla="*/ 717201 w 3351004"/>
                <a:gd name="connsiteY276" fmla="*/ 17461 h 35139"/>
                <a:gd name="connsiteX277" fmla="*/ 699442 w 3351004"/>
                <a:gd name="connsiteY277" fmla="*/ 34772 h 35139"/>
                <a:gd name="connsiteX278" fmla="*/ 698264 w 3351004"/>
                <a:gd name="connsiteY278" fmla="*/ 34716 h 35139"/>
                <a:gd name="connsiteX279" fmla="*/ 698264 w 3351004"/>
                <a:gd name="connsiteY279" fmla="*/ 34716 h 35139"/>
                <a:gd name="connsiteX280" fmla="*/ 680729 w 3351004"/>
                <a:gd name="connsiteY280" fmla="*/ 17461 h 35139"/>
                <a:gd name="connsiteX281" fmla="*/ 597122 w 3351004"/>
                <a:gd name="connsiteY281" fmla="*/ 17461 h 35139"/>
                <a:gd name="connsiteX282" fmla="*/ 614657 w 3351004"/>
                <a:gd name="connsiteY282" fmla="*/ -74 h 35139"/>
                <a:gd name="connsiteX283" fmla="*/ 614657 w 3351004"/>
                <a:gd name="connsiteY283" fmla="*/ -74 h 35139"/>
                <a:gd name="connsiteX284" fmla="*/ 632192 w 3351004"/>
                <a:gd name="connsiteY284" fmla="*/ 17461 h 35139"/>
                <a:gd name="connsiteX285" fmla="*/ 632192 w 3351004"/>
                <a:gd name="connsiteY285" fmla="*/ 17461 h 35139"/>
                <a:gd name="connsiteX286" fmla="*/ 614657 w 3351004"/>
                <a:gd name="connsiteY286" fmla="*/ 34996 h 35139"/>
                <a:gd name="connsiteX287" fmla="*/ 614657 w 3351004"/>
                <a:gd name="connsiteY287" fmla="*/ 34996 h 35139"/>
                <a:gd name="connsiteX288" fmla="*/ 595901 w 3351004"/>
                <a:gd name="connsiteY288" fmla="*/ 18766 h 35139"/>
                <a:gd name="connsiteX289" fmla="*/ 595859 w 3351004"/>
                <a:gd name="connsiteY289" fmla="*/ 17461 h 35139"/>
                <a:gd name="connsiteX290" fmla="*/ 512112 w 3351004"/>
                <a:gd name="connsiteY290" fmla="*/ 17461 h 35139"/>
                <a:gd name="connsiteX291" fmla="*/ 529647 w 3351004"/>
                <a:gd name="connsiteY291" fmla="*/ -74 h 35139"/>
                <a:gd name="connsiteX292" fmla="*/ 529647 w 3351004"/>
                <a:gd name="connsiteY292" fmla="*/ -74 h 35139"/>
                <a:gd name="connsiteX293" fmla="*/ 547182 w 3351004"/>
                <a:gd name="connsiteY293" fmla="*/ 17461 h 35139"/>
                <a:gd name="connsiteX294" fmla="*/ 547182 w 3351004"/>
                <a:gd name="connsiteY294" fmla="*/ 17461 h 35139"/>
                <a:gd name="connsiteX295" fmla="*/ 529647 w 3351004"/>
                <a:gd name="connsiteY295" fmla="*/ 34996 h 35139"/>
                <a:gd name="connsiteX296" fmla="*/ 529647 w 3351004"/>
                <a:gd name="connsiteY296" fmla="*/ 34996 h 35139"/>
                <a:gd name="connsiteX297" fmla="*/ 510766 w 3351004"/>
                <a:gd name="connsiteY297" fmla="*/ 18920 h 35139"/>
                <a:gd name="connsiteX298" fmla="*/ 510709 w 3351004"/>
                <a:gd name="connsiteY298" fmla="*/ 17461 h 35139"/>
                <a:gd name="connsiteX299" fmla="*/ 427103 w 3351004"/>
                <a:gd name="connsiteY299" fmla="*/ 17461 h 35139"/>
                <a:gd name="connsiteX300" fmla="*/ 444638 w 3351004"/>
                <a:gd name="connsiteY300" fmla="*/ -74 h 35139"/>
                <a:gd name="connsiteX301" fmla="*/ 444638 w 3351004"/>
                <a:gd name="connsiteY301" fmla="*/ -74 h 35139"/>
                <a:gd name="connsiteX302" fmla="*/ 462173 w 3351004"/>
                <a:gd name="connsiteY302" fmla="*/ 17461 h 35139"/>
                <a:gd name="connsiteX303" fmla="*/ 462173 w 3351004"/>
                <a:gd name="connsiteY303" fmla="*/ 17461 h 35139"/>
                <a:gd name="connsiteX304" fmla="*/ 444638 w 3351004"/>
                <a:gd name="connsiteY304" fmla="*/ 34996 h 35139"/>
                <a:gd name="connsiteX305" fmla="*/ 444638 w 3351004"/>
                <a:gd name="connsiteY305" fmla="*/ 34996 h 35139"/>
                <a:gd name="connsiteX306" fmla="*/ 425756 w 3351004"/>
                <a:gd name="connsiteY306" fmla="*/ 18920 h 35139"/>
                <a:gd name="connsiteX307" fmla="*/ 425700 w 3351004"/>
                <a:gd name="connsiteY307" fmla="*/ 17461 h 35139"/>
                <a:gd name="connsiteX308" fmla="*/ 342093 w 3351004"/>
                <a:gd name="connsiteY308" fmla="*/ 17461 h 35139"/>
                <a:gd name="connsiteX309" fmla="*/ 359628 w 3351004"/>
                <a:gd name="connsiteY309" fmla="*/ -74 h 35139"/>
                <a:gd name="connsiteX310" fmla="*/ 359628 w 3351004"/>
                <a:gd name="connsiteY310" fmla="*/ -74 h 35139"/>
                <a:gd name="connsiteX311" fmla="*/ 377163 w 3351004"/>
                <a:gd name="connsiteY311" fmla="*/ 17461 h 35139"/>
                <a:gd name="connsiteX312" fmla="*/ 377163 w 3351004"/>
                <a:gd name="connsiteY312" fmla="*/ 17461 h 35139"/>
                <a:gd name="connsiteX313" fmla="*/ 359628 w 3351004"/>
                <a:gd name="connsiteY313" fmla="*/ 34996 h 35139"/>
                <a:gd name="connsiteX314" fmla="*/ 359628 w 3351004"/>
                <a:gd name="connsiteY314" fmla="*/ 34996 h 35139"/>
                <a:gd name="connsiteX315" fmla="*/ 340746 w 3351004"/>
                <a:gd name="connsiteY315" fmla="*/ 18920 h 35139"/>
                <a:gd name="connsiteX316" fmla="*/ 340690 w 3351004"/>
                <a:gd name="connsiteY316" fmla="*/ 17461 h 35139"/>
                <a:gd name="connsiteX317" fmla="*/ 256943 w 3351004"/>
                <a:gd name="connsiteY317" fmla="*/ 17461 h 35139"/>
                <a:gd name="connsiteX318" fmla="*/ 274478 w 3351004"/>
                <a:gd name="connsiteY318" fmla="*/ -74 h 35139"/>
                <a:gd name="connsiteX319" fmla="*/ 274478 w 3351004"/>
                <a:gd name="connsiteY319" fmla="*/ -74 h 35139"/>
                <a:gd name="connsiteX320" fmla="*/ 292013 w 3351004"/>
                <a:gd name="connsiteY320" fmla="*/ 17461 h 35139"/>
                <a:gd name="connsiteX321" fmla="*/ 292013 w 3351004"/>
                <a:gd name="connsiteY321" fmla="*/ 17461 h 35139"/>
                <a:gd name="connsiteX322" fmla="*/ 274240 w 3351004"/>
                <a:gd name="connsiteY322" fmla="*/ 34758 h 35139"/>
                <a:gd name="connsiteX323" fmla="*/ 273216 w 3351004"/>
                <a:gd name="connsiteY323" fmla="*/ 34716 h 35139"/>
                <a:gd name="connsiteX324" fmla="*/ 273216 w 3351004"/>
                <a:gd name="connsiteY324" fmla="*/ 34716 h 35139"/>
                <a:gd name="connsiteX325" fmla="*/ 255540 w 3351004"/>
                <a:gd name="connsiteY325" fmla="*/ 17461 h 35139"/>
                <a:gd name="connsiteX326" fmla="*/ 171793 w 3351004"/>
                <a:gd name="connsiteY326" fmla="*/ 17461 h 35139"/>
                <a:gd name="connsiteX327" fmla="*/ 189328 w 3351004"/>
                <a:gd name="connsiteY327" fmla="*/ -74 h 35139"/>
                <a:gd name="connsiteX328" fmla="*/ 189328 w 3351004"/>
                <a:gd name="connsiteY328" fmla="*/ -74 h 35139"/>
                <a:gd name="connsiteX329" fmla="*/ 206863 w 3351004"/>
                <a:gd name="connsiteY329" fmla="*/ 17461 h 35139"/>
                <a:gd name="connsiteX330" fmla="*/ 206863 w 3351004"/>
                <a:gd name="connsiteY330" fmla="*/ 17461 h 35139"/>
                <a:gd name="connsiteX331" fmla="*/ 189328 w 3351004"/>
                <a:gd name="connsiteY331" fmla="*/ 34996 h 35139"/>
                <a:gd name="connsiteX332" fmla="*/ 189328 w 3351004"/>
                <a:gd name="connsiteY332" fmla="*/ 34996 h 35139"/>
                <a:gd name="connsiteX333" fmla="*/ 170447 w 3351004"/>
                <a:gd name="connsiteY333" fmla="*/ 18920 h 35139"/>
                <a:gd name="connsiteX334" fmla="*/ 170390 w 3351004"/>
                <a:gd name="connsiteY334" fmla="*/ 17461 h 35139"/>
                <a:gd name="connsiteX335" fmla="*/ 86643 w 3351004"/>
                <a:gd name="connsiteY335" fmla="*/ 17461 h 35139"/>
                <a:gd name="connsiteX336" fmla="*/ 104178 w 3351004"/>
                <a:gd name="connsiteY336" fmla="*/ -74 h 35139"/>
                <a:gd name="connsiteX337" fmla="*/ 104178 w 3351004"/>
                <a:gd name="connsiteY337" fmla="*/ -74 h 35139"/>
                <a:gd name="connsiteX338" fmla="*/ 121713 w 3351004"/>
                <a:gd name="connsiteY338" fmla="*/ 17461 h 35139"/>
                <a:gd name="connsiteX339" fmla="*/ 121713 w 3351004"/>
                <a:gd name="connsiteY339" fmla="*/ 17461 h 35139"/>
                <a:gd name="connsiteX340" fmla="*/ 104178 w 3351004"/>
                <a:gd name="connsiteY340" fmla="*/ 34996 h 35139"/>
                <a:gd name="connsiteX341" fmla="*/ 104178 w 3351004"/>
                <a:gd name="connsiteY341" fmla="*/ 34996 h 35139"/>
                <a:gd name="connsiteX342" fmla="*/ 85297 w 3351004"/>
                <a:gd name="connsiteY342" fmla="*/ 18920 h 35139"/>
                <a:gd name="connsiteX343" fmla="*/ 85241 w 3351004"/>
                <a:gd name="connsiteY343" fmla="*/ 17461 h 35139"/>
                <a:gd name="connsiteX344" fmla="*/ 1353 w 3351004"/>
                <a:gd name="connsiteY344" fmla="*/ 17461 h 35139"/>
                <a:gd name="connsiteX345" fmla="*/ 18888 w 3351004"/>
                <a:gd name="connsiteY345" fmla="*/ -74 h 35139"/>
                <a:gd name="connsiteX346" fmla="*/ 18888 w 3351004"/>
                <a:gd name="connsiteY346" fmla="*/ -74 h 35139"/>
                <a:gd name="connsiteX347" fmla="*/ 36423 w 3351004"/>
                <a:gd name="connsiteY347" fmla="*/ 17461 h 35139"/>
                <a:gd name="connsiteX348" fmla="*/ 36423 w 3351004"/>
                <a:gd name="connsiteY348" fmla="*/ 17461 h 35139"/>
                <a:gd name="connsiteX349" fmla="*/ 18888 w 3351004"/>
                <a:gd name="connsiteY349" fmla="*/ 34996 h 35139"/>
                <a:gd name="connsiteX350" fmla="*/ 18888 w 3351004"/>
                <a:gd name="connsiteY350" fmla="*/ 34996 h 35139"/>
                <a:gd name="connsiteX351" fmla="*/ 7 w 3351004"/>
                <a:gd name="connsiteY351" fmla="*/ 18920 h 35139"/>
                <a:gd name="connsiteX352" fmla="*/ -49 w 3351004"/>
                <a:gd name="connsiteY352" fmla="*/ 17461 h 35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</a:cxnLst>
              <a:rect l="l" t="t" r="r" b="b"/>
              <a:pathLst>
                <a:path w="3351004" h="35139">
                  <a:moveTo>
                    <a:pt x="3315886" y="17461"/>
                  </a:moveTo>
                  <a:cubicBezTo>
                    <a:pt x="3315886" y="7782"/>
                    <a:pt x="3323741" y="-74"/>
                    <a:pt x="3333421" y="-74"/>
                  </a:cubicBezTo>
                  <a:lnTo>
                    <a:pt x="3333421" y="-74"/>
                  </a:lnTo>
                  <a:cubicBezTo>
                    <a:pt x="3343100" y="-74"/>
                    <a:pt x="3350956" y="7782"/>
                    <a:pt x="3350956" y="17461"/>
                  </a:cubicBezTo>
                  <a:lnTo>
                    <a:pt x="3350956" y="17461"/>
                  </a:lnTo>
                  <a:cubicBezTo>
                    <a:pt x="3350956" y="27140"/>
                    <a:pt x="3343100" y="34996"/>
                    <a:pt x="3333421" y="34996"/>
                  </a:cubicBezTo>
                  <a:lnTo>
                    <a:pt x="3333421" y="34996"/>
                  </a:lnTo>
                  <a:cubicBezTo>
                    <a:pt x="3323741" y="34996"/>
                    <a:pt x="3315886" y="27140"/>
                    <a:pt x="3315886" y="17461"/>
                  </a:cubicBezTo>
                  <a:close/>
                  <a:moveTo>
                    <a:pt x="3230596" y="17461"/>
                  </a:moveTo>
                  <a:cubicBezTo>
                    <a:pt x="3230596" y="7782"/>
                    <a:pt x="3238451" y="-74"/>
                    <a:pt x="3248131" y="-74"/>
                  </a:cubicBezTo>
                  <a:lnTo>
                    <a:pt x="3248131" y="-74"/>
                  </a:lnTo>
                  <a:cubicBezTo>
                    <a:pt x="3257810" y="-74"/>
                    <a:pt x="3265666" y="7782"/>
                    <a:pt x="3265666" y="17461"/>
                  </a:cubicBezTo>
                  <a:lnTo>
                    <a:pt x="3265666" y="17461"/>
                  </a:lnTo>
                  <a:cubicBezTo>
                    <a:pt x="3265666" y="27140"/>
                    <a:pt x="3257810" y="34996"/>
                    <a:pt x="3248131" y="34996"/>
                  </a:cubicBezTo>
                  <a:lnTo>
                    <a:pt x="3248131" y="34996"/>
                  </a:lnTo>
                  <a:cubicBezTo>
                    <a:pt x="3238451" y="34996"/>
                    <a:pt x="3230596" y="27140"/>
                    <a:pt x="3230596" y="17461"/>
                  </a:cubicBezTo>
                  <a:close/>
                  <a:moveTo>
                    <a:pt x="3145305" y="17461"/>
                  </a:moveTo>
                  <a:cubicBezTo>
                    <a:pt x="3145305" y="7782"/>
                    <a:pt x="3153161" y="-74"/>
                    <a:pt x="3162840" y="-74"/>
                  </a:cubicBezTo>
                  <a:lnTo>
                    <a:pt x="3162840" y="-74"/>
                  </a:lnTo>
                  <a:cubicBezTo>
                    <a:pt x="3172520" y="-74"/>
                    <a:pt x="3180375" y="7782"/>
                    <a:pt x="3180375" y="17461"/>
                  </a:cubicBezTo>
                  <a:lnTo>
                    <a:pt x="3180375" y="17461"/>
                  </a:lnTo>
                  <a:cubicBezTo>
                    <a:pt x="3180221" y="26986"/>
                    <a:pt x="3172505" y="34645"/>
                    <a:pt x="3162981" y="34716"/>
                  </a:cubicBezTo>
                  <a:lnTo>
                    <a:pt x="3162981" y="34716"/>
                  </a:lnTo>
                  <a:cubicBezTo>
                    <a:pt x="3153343" y="34800"/>
                    <a:pt x="3145460" y="27084"/>
                    <a:pt x="3145305" y="17461"/>
                  </a:cubicBezTo>
                  <a:close/>
                  <a:moveTo>
                    <a:pt x="3060296" y="17461"/>
                  </a:moveTo>
                  <a:cubicBezTo>
                    <a:pt x="3060296" y="7782"/>
                    <a:pt x="3068151" y="-74"/>
                    <a:pt x="3077831" y="-74"/>
                  </a:cubicBezTo>
                  <a:lnTo>
                    <a:pt x="3077831" y="-74"/>
                  </a:lnTo>
                  <a:cubicBezTo>
                    <a:pt x="3087440" y="-74"/>
                    <a:pt x="3095226" y="7712"/>
                    <a:pt x="3095226" y="17321"/>
                  </a:cubicBezTo>
                  <a:cubicBezTo>
                    <a:pt x="3095226" y="17363"/>
                    <a:pt x="3095226" y="17419"/>
                    <a:pt x="3095226" y="17461"/>
                  </a:cubicBezTo>
                  <a:lnTo>
                    <a:pt x="3095226" y="17461"/>
                  </a:lnTo>
                  <a:cubicBezTo>
                    <a:pt x="3095310" y="27070"/>
                    <a:pt x="3087580" y="34912"/>
                    <a:pt x="3077971" y="34996"/>
                  </a:cubicBezTo>
                  <a:cubicBezTo>
                    <a:pt x="3077929" y="34996"/>
                    <a:pt x="3077873" y="34996"/>
                    <a:pt x="3077831" y="34996"/>
                  </a:cubicBezTo>
                  <a:lnTo>
                    <a:pt x="3077831" y="34996"/>
                  </a:lnTo>
                  <a:cubicBezTo>
                    <a:pt x="3068151" y="34996"/>
                    <a:pt x="3060296" y="27140"/>
                    <a:pt x="3060296" y="17461"/>
                  </a:cubicBezTo>
                  <a:close/>
                  <a:moveTo>
                    <a:pt x="2975146" y="17461"/>
                  </a:moveTo>
                  <a:cubicBezTo>
                    <a:pt x="2975146" y="7782"/>
                    <a:pt x="2983002" y="-74"/>
                    <a:pt x="2992681" y="-74"/>
                  </a:cubicBezTo>
                  <a:lnTo>
                    <a:pt x="2992681" y="-74"/>
                  </a:lnTo>
                  <a:cubicBezTo>
                    <a:pt x="3002360" y="-74"/>
                    <a:pt x="3010216" y="7782"/>
                    <a:pt x="3010216" y="17461"/>
                  </a:cubicBezTo>
                  <a:lnTo>
                    <a:pt x="3010216" y="17461"/>
                  </a:lnTo>
                  <a:cubicBezTo>
                    <a:pt x="3010216" y="27140"/>
                    <a:pt x="3002360" y="34996"/>
                    <a:pt x="2992681" y="34996"/>
                  </a:cubicBezTo>
                  <a:lnTo>
                    <a:pt x="2992681" y="34996"/>
                  </a:lnTo>
                  <a:cubicBezTo>
                    <a:pt x="2983002" y="34996"/>
                    <a:pt x="2975146" y="27140"/>
                    <a:pt x="2975146" y="17461"/>
                  </a:cubicBezTo>
                  <a:close/>
                  <a:moveTo>
                    <a:pt x="2890136" y="17461"/>
                  </a:moveTo>
                  <a:cubicBezTo>
                    <a:pt x="2890136" y="7782"/>
                    <a:pt x="2897992" y="-74"/>
                    <a:pt x="2907671" y="-74"/>
                  </a:cubicBezTo>
                  <a:lnTo>
                    <a:pt x="2907671" y="-74"/>
                  </a:lnTo>
                  <a:cubicBezTo>
                    <a:pt x="2917350" y="-74"/>
                    <a:pt x="2925206" y="7782"/>
                    <a:pt x="2925206" y="17461"/>
                  </a:cubicBezTo>
                  <a:lnTo>
                    <a:pt x="2925206" y="17461"/>
                  </a:lnTo>
                  <a:cubicBezTo>
                    <a:pt x="2925052" y="27042"/>
                    <a:pt x="2917252" y="34716"/>
                    <a:pt x="2907671" y="34716"/>
                  </a:cubicBezTo>
                  <a:lnTo>
                    <a:pt x="2907671" y="34716"/>
                  </a:lnTo>
                  <a:cubicBezTo>
                    <a:pt x="2898090" y="34716"/>
                    <a:pt x="2890291" y="27042"/>
                    <a:pt x="2890136" y="17461"/>
                  </a:cubicBezTo>
                  <a:close/>
                  <a:moveTo>
                    <a:pt x="2805127" y="17461"/>
                  </a:moveTo>
                  <a:cubicBezTo>
                    <a:pt x="2805127" y="7782"/>
                    <a:pt x="2812982" y="-74"/>
                    <a:pt x="2822662" y="-74"/>
                  </a:cubicBezTo>
                  <a:lnTo>
                    <a:pt x="2822662" y="-74"/>
                  </a:lnTo>
                  <a:cubicBezTo>
                    <a:pt x="2832341" y="-74"/>
                    <a:pt x="2840197" y="7782"/>
                    <a:pt x="2840197" y="17461"/>
                  </a:cubicBezTo>
                  <a:lnTo>
                    <a:pt x="2840197" y="17461"/>
                  </a:lnTo>
                  <a:cubicBezTo>
                    <a:pt x="2840197" y="27140"/>
                    <a:pt x="2832341" y="34996"/>
                    <a:pt x="2822662" y="34996"/>
                  </a:cubicBezTo>
                  <a:lnTo>
                    <a:pt x="2822662" y="34996"/>
                  </a:lnTo>
                  <a:cubicBezTo>
                    <a:pt x="2812982" y="34996"/>
                    <a:pt x="2805127" y="27140"/>
                    <a:pt x="2805127" y="17461"/>
                  </a:cubicBezTo>
                  <a:close/>
                  <a:moveTo>
                    <a:pt x="2720117" y="17461"/>
                  </a:moveTo>
                  <a:cubicBezTo>
                    <a:pt x="2720117" y="7782"/>
                    <a:pt x="2727973" y="-74"/>
                    <a:pt x="2737652" y="-74"/>
                  </a:cubicBezTo>
                  <a:lnTo>
                    <a:pt x="2737652" y="-74"/>
                  </a:lnTo>
                  <a:cubicBezTo>
                    <a:pt x="2747331" y="-74"/>
                    <a:pt x="2755187" y="7782"/>
                    <a:pt x="2755187" y="17461"/>
                  </a:cubicBezTo>
                  <a:lnTo>
                    <a:pt x="2755187" y="17461"/>
                  </a:lnTo>
                  <a:cubicBezTo>
                    <a:pt x="2755187" y="27140"/>
                    <a:pt x="2747331" y="34996"/>
                    <a:pt x="2737652" y="34996"/>
                  </a:cubicBezTo>
                  <a:lnTo>
                    <a:pt x="2737652" y="34996"/>
                  </a:lnTo>
                  <a:cubicBezTo>
                    <a:pt x="2727973" y="34996"/>
                    <a:pt x="2720117" y="27140"/>
                    <a:pt x="2720117" y="17461"/>
                  </a:cubicBezTo>
                  <a:close/>
                  <a:moveTo>
                    <a:pt x="2635108" y="17461"/>
                  </a:moveTo>
                  <a:cubicBezTo>
                    <a:pt x="2635108" y="7782"/>
                    <a:pt x="2642963" y="-74"/>
                    <a:pt x="2652642" y="-74"/>
                  </a:cubicBezTo>
                  <a:lnTo>
                    <a:pt x="2652642" y="-74"/>
                  </a:lnTo>
                  <a:cubicBezTo>
                    <a:pt x="2662322" y="-74"/>
                    <a:pt x="2670177" y="7782"/>
                    <a:pt x="2670177" y="17461"/>
                  </a:cubicBezTo>
                  <a:lnTo>
                    <a:pt x="2670177" y="17461"/>
                  </a:lnTo>
                  <a:cubicBezTo>
                    <a:pt x="2670177" y="27140"/>
                    <a:pt x="2662322" y="34996"/>
                    <a:pt x="2652642" y="34996"/>
                  </a:cubicBezTo>
                  <a:lnTo>
                    <a:pt x="2652642" y="34996"/>
                  </a:lnTo>
                  <a:cubicBezTo>
                    <a:pt x="2642963" y="34996"/>
                    <a:pt x="2635108" y="27140"/>
                    <a:pt x="2635108" y="17461"/>
                  </a:cubicBezTo>
                  <a:close/>
                  <a:moveTo>
                    <a:pt x="2550098" y="17461"/>
                  </a:moveTo>
                  <a:cubicBezTo>
                    <a:pt x="2550098" y="7782"/>
                    <a:pt x="2557954" y="-74"/>
                    <a:pt x="2567633" y="-74"/>
                  </a:cubicBezTo>
                  <a:lnTo>
                    <a:pt x="2567633" y="-74"/>
                  </a:lnTo>
                  <a:cubicBezTo>
                    <a:pt x="2577312" y="-74"/>
                    <a:pt x="2585168" y="7782"/>
                    <a:pt x="2585168" y="17461"/>
                  </a:cubicBezTo>
                  <a:lnTo>
                    <a:pt x="2585168" y="17461"/>
                  </a:lnTo>
                  <a:cubicBezTo>
                    <a:pt x="2585168" y="27140"/>
                    <a:pt x="2577312" y="34996"/>
                    <a:pt x="2567633" y="34996"/>
                  </a:cubicBezTo>
                  <a:lnTo>
                    <a:pt x="2567633" y="34996"/>
                  </a:lnTo>
                  <a:cubicBezTo>
                    <a:pt x="2557954" y="34996"/>
                    <a:pt x="2550098" y="27140"/>
                    <a:pt x="2550098" y="17461"/>
                  </a:cubicBezTo>
                  <a:close/>
                  <a:moveTo>
                    <a:pt x="2465088" y="17461"/>
                  </a:moveTo>
                  <a:cubicBezTo>
                    <a:pt x="2465088" y="7782"/>
                    <a:pt x="2472944" y="-74"/>
                    <a:pt x="2482623" y="-74"/>
                  </a:cubicBezTo>
                  <a:lnTo>
                    <a:pt x="2482623" y="-74"/>
                  </a:lnTo>
                  <a:cubicBezTo>
                    <a:pt x="2492303" y="-74"/>
                    <a:pt x="2500158" y="7782"/>
                    <a:pt x="2500158" y="17461"/>
                  </a:cubicBezTo>
                  <a:lnTo>
                    <a:pt x="2500158" y="17461"/>
                  </a:lnTo>
                  <a:cubicBezTo>
                    <a:pt x="2500004" y="27042"/>
                    <a:pt x="2492205" y="34716"/>
                    <a:pt x="2482623" y="34716"/>
                  </a:cubicBezTo>
                  <a:lnTo>
                    <a:pt x="2482623" y="34716"/>
                  </a:lnTo>
                  <a:cubicBezTo>
                    <a:pt x="2473042" y="34716"/>
                    <a:pt x="2465243" y="27042"/>
                    <a:pt x="2465088" y="17461"/>
                  </a:cubicBezTo>
                  <a:close/>
                  <a:moveTo>
                    <a:pt x="2380079" y="17461"/>
                  </a:moveTo>
                  <a:cubicBezTo>
                    <a:pt x="2380079" y="7782"/>
                    <a:pt x="2387934" y="-74"/>
                    <a:pt x="2397614" y="-74"/>
                  </a:cubicBezTo>
                  <a:lnTo>
                    <a:pt x="2397614" y="-74"/>
                  </a:lnTo>
                  <a:cubicBezTo>
                    <a:pt x="2407293" y="-74"/>
                    <a:pt x="2415149" y="7782"/>
                    <a:pt x="2415149" y="17461"/>
                  </a:cubicBezTo>
                  <a:lnTo>
                    <a:pt x="2415149" y="17461"/>
                  </a:lnTo>
                  <a:cubicBezTo>
                    <a:pt x="2415149" y="27140"/>
                    <a:pt x="2407293" y="34996"/>
                    <a:pt x="2397614" y="34996"/>
                  </a:cubicBezTo>
                  <a:lnTo>
                    <a:pt x="2397614" y="34996"/>
                  </a:lnTo>
                  <a:cubicBezTo>
                    <a:pt x="2387934" y="34996"/>
                    <a:pt x="2380079" y="27140"/>
                    <a:pt x="2380079" y="17461"/>
                  </a:cubicBezTo>
                  <a:close/>
                  <a:moveTo>
                    <a:pt x="2295069" y="17461"/>
                  </a:moveTo>
                  <a:cubicBezTo>
                    <a:pt x="2295139" y="7754"/>
                    <a:pt x="2303037" y="-74"/>
                    <a:pt x="2312745" y="-74"/>
                  </a:cubicBezTo>
                  <a:lnTo>
                    <a:pt x="2312745" y="-74"/>
                  </a:lnTo>
                  <a:cubicBezTo>
                    <a:pt x="2322354" y="-74"/>
                    <a:pt x="2330139" y="7712"/>
                    <a:pt x="2330139" y="17321"/>
                  </a:cubicBezTo>
                  <a:cubicBezTo>
                    <a:pt x="2330139" y="17363"/>
                    <a:pt x="2330139" y="17419"/>
                    <a:pt x="2330139" y="17461"/>
                  </a:cubicBezTo>
                  <a:lnTo>
                    <a:pt x="2330139" y="17461"/>
                  </a:lnTo>
                  <a:cubicBezTo>
                    <a:pt x="2330223" y="27070"/>
                    <a:pt x="2322494" y="34912"/>
                    <a:pt x="2312885" y="34996"/>
                  </a:cubicBezTo>
                  <a:cubicBezTo>
                    <a:pt x="2312843" y="34996"/>
                    <a:pt x="2312787" y="34996"/>
                    <a:pt x="2312745" y="34996"/>
                  </a:cubicBezTo>
                  <a:lnTo>
                    <a:pt x="2312745" y="34996"/>
                  </a:lnTo>
                  <a:cubicBezTo>
                    <a:pt x="2303037" y="34996"/>
                    <a:pt x="2295139" y="27168"/>
                    <a:pt x="2295069" y="17461"/>
                  </a:cubicBezTo>
                  <a:close/>
                  <a:moveTo>
                    <a:pt x="2210200" y="17461"/>
                  </a:moveTo>
                  <a:cubicBezTo>
                    <a:pt x="2210200" y="7782"/>
                    <a:pt x="2218056" y="-74"/>
                    <a:pt x="2227735" y="-74"/>
                  </a:cubicBezTo>
                  <a:lnTo>
                    <a:pt x="2227735" y="-74"/>
                  </a:lnTo>
                  <a:cubicBezTo>
                    <a:pt x="2237414" y="-74"/>
                    <a:pt x="2245270" y="7782"/>
                    <a:pt x="2245270" y="17461"/>
                  </a:cubicBezTo>
                  <a:lnTo>
                    <a:pt x="2245270" y="17461"/>
                  </a:lnTo>
                  <a:cubicBezTo>
                    <a:pt x="2245270" y="27140"/>
                    <a:pt x="2237414" y="34996"/>
                    <a:pt x="2227735" y="34996"/>
                  </a:cubicBezTo>
                  <a:lnTo>
                    <a:pt x="2227735" y="34996"/>
                  </a:lnTo>
                  <a:cubicBezTo>
                    <a:pt x="2218056" y="34996"/>
                    <a:pt x="2210200" y="27140"/>
                    <a:pt x="2210200" y="17461"/>
                  </a:cubicBezTo>
                  <a:close/>
                  <a:moveTo>
                    <a:pt x="2125190" y="17461"/>
                  </a:moveTo>
                  <a:cubicBezTo>
                    <a:pt x="2125190" y="7782"/>
                    <a:pt x="2133046" y="-74"/>
                    <a:pt x="2142725" y="-74"/>
                  </a:cubicBezTo>
                  <a:lnTo>
                    <a:pt x="2142725" y="-74"/>
                  </a:lnTo>
                  <a:cubicBezTo>
                    <a:pt x="2152404" y="-74"/>
                    <a:pt x="2160260" y="7782"/>
                    <a:pt x="2160260" y="17461"/>
                  </a:cubicBezTo>
                  <a:lnTo>
                    <a:pt x="2160260" y="17461"/>
                  </a:lnTo>
                  <a:cubicBezTo>
                    <a:pt x="2160260" y="27140"/>
                    <a:pt x="2152404" y="34996"/>
                    <a:pt x="2142725" y="34996"/>
                  </a:cubicBezTo>
                  <a:lnTo>
                    <a:pt x="2142725" y="34996"/>
                  </a:lnTo>
                  <a:cubicBezTo>
                    <a:pt x="2133046" y="35150"/>
                    <a:pt x="2125064" y="27421"/>
                    <a:pt x="2124910" y="17742"/>
                  </a:cubicBezTo>
                  <a:cubicBezTo>
                    <a:pt x="2124910" y="17643"/>
                    <a:pt x="2124910" y="17559"/>
                    <a:pt x="2124910" y="17461"/>
                  </a:cubicBezTo>
                  <a:close/>
                  <a:moveTo>
                    <a:pt x="2040181" y="17461"/>
                  </a:moveTo>
                  <a:cubicBezTo>
                    <a:pt x="2040181" y="7782"/>
                    <a:pt x="2048036" y="-74"/>
                    <a:pt x="2057716" y="-74"/>
                  </a:cubicBezTo>
                  <a:cubicBezTo>
                    <a:pt x="2057758" y="-74"/>
                    <a:pt x="2057814" y="-74"/>
                    <a:pt x="2057856" y="-74"/>
                  </a:cubicBezTo>
                  <a:lnTo>
                    <a:pt x="2057856" y="-74"/>
                  </a:lnTo>
                  <a:cubicBezTo>
                    <a:pt x="2067479" y="-4"/>
                    <a:pt x="2075251" y="7838"/>
                    <a:pt x="2075251" y="17461"/>
                  </a:cubicBezTo>
                  <a:lnTo>
                    <a:pt x="2075251" y="17461"/>
                  </a:lnTo>
                  <a:cubicBezTo>
                    <a:pt x="2075251" y="27084"/>
                    <a:pt x="2067479" y="34926"/>
                    <a:pt x="2057856" y="34996"/>
                  </a:cubicBezTo>
                  <a:lnTo>
                    <a:pt x="2057856" y="34996"/>
                  </a:lnTo>
                  <a:cubicBezTo>
                    <a:pt x="2048331" y="34772"/>
                    <a:pt x="2040742" y="26986"/>
                    <a:pt x="2040742" y="17461"/>
                  </a:cubicBezTo>
                  <a:close/>
                  <a:moveTo>
                    <a:pt x="1956013" y="17461"/>
                  </a:moveTo>
                  <a:cubicBezTo>
                    <a:pt x="1956013" y="7782"/>
                    <a:pt x="1963868" y="-74"/>
                    <a:pt x="1973548" y="-74"/>
                  </a:cubicBezTo>
                  <a:lnTo>
                    <a:pt x="1973548" y="-74"/>
                  </a:lnTo>
                  <a:cubicBezTo>
                    <a:pt x="1983227" y="-74"/>
                    <a:pt x="1991083" y="7782"/>
                    <a:pt x="1991083" y="17461"/>
                  </a:cubicBezTo>
                  <a:lnTo>
                    <a:pt x="1991083" y="17461"/>
                  </a:lnTo>
                  <a:cubicBezTo>
                    <a:pt x="1991083" y="27140"/>
                    <a:pt x="1983227" y="34996"/>
                    <a:pt x="1973548" y="34996"/>
                  </a:cubicBezTo>
                  <a:lnTo>
                    <a:pt x="1973548" y="34996"/>
                  </a:lnTo>
                  <a:cubicBezTo>
                    <a:pt x="1963868" y="35389"/>
                    <a:pt x="1955718" y="27856"/>
                    <a:pt x="1955326" y="18177"/>
                  </a:cubicBezTo>
                  <a:cubicBezTo>
                    <a:pt x="1955311" y="17938"/>
                    <a:pt x="1955311" y="17700"/>
                    <a:pt x="1955311" y="17461"/>
                  </a:cubicBezTo>
                  <a:close/>
                  <a:moveTo>
                    <a:pt x="1871003" y="17461"/>
                  </a:moveTo>
                  <a:cubicBezTo>
                    <a:pt x="1871003" y="7782"/>
                    <a:pt x="1878859" y="-74"/>
                    <a:pt x="1888538" y="-74"/>
                  </a:cubicBezTo>
                  <a:lnTo>
                    <a:pt x="1888538" y="-74"/>
                  </a:lnTo>
                  <a:cubicBezTo>
                    <a:pt x="1898217" y="-74"/>
                    <a:pt x="1906073" y="7782"/>
                    <a:pt x="1906073" y="17461"/>
                  </a:cubicBezTo>
                  <a:lnTo>
                    <a:pt x="1906073" y="17461"/>
                  </a:lnTo>
                  <a:cubicBezTo>
                    <a:pt x="1905919" y="27140"/>
                    <a:pt x="1897951" y="34870"/>
                    <a:pt x="1888272" y="34730"/>
                  </a:cubicBezTo>
                  <a:cubicBezTo>
                    <a:pt x="1888131" y="34730"/>
                    <a:pt x="1887977" y="34716"/>
                    <a:pt x="1887837" y="34716"/>
                  </a:cubicBezTo>
                  <a:lnTo>
                    <a:pt x="1887837" y="34716"/>
                  </a:lnTo>
                  <a:cubicBezTo>
                    <a:pt x="1878256" y="34716"/>
                    <a:pt x="1870456" y="27042"/>
                    <a:pt x="1870302" y="17461"/>
                  </a:cubicBezTo>
                  <a:close/>
                  <a:moveTo>
                    <a:pt x="1786134" y="17461"/>
                  </a:moveTo>
                  <a:cubicBezTo>
                    <a:pt x="1786134" y="7782"/>
                    <a:pt x="1793990" y="-74"/>
                    <a:pt x="1803669" y="-74"/>
                  </a:cubicBezTo>
                  <a:lnTo>
                    <a:pt x="1803669" y="-74"/>
                  </a:lnTo>
                  <a:cubicBezTo>
                    <a:pt x="1813292" y="-4"/>
                    <a:pt x="1821063" y="7838"/>
                    <a:pt x="1821063" y="17461"/>
                  </a:cubicBezTo>
                  <a:lnTo>
                    <a:pt x="1821063" y="17461"/>
                  </a:lnTo>
                  <a:cubicBezTo>
                    <a:pt x="1821063" y="27084"/>
                    <a:pt x="1813292" y="34926"/>
                    <a:pt x="1803669" y="34996"/>
                  </a:cubicBezTo>
                  <a:lnTo>
                    <a:pt x="1803669" y="34996"/>
                  </a:lnTo>
                  <a:cubicBezTo>
                    <a:pt x="1793990" y="35389"/>
                    <a:pt x="1785839" y="27856"/>
                    <a:pt x="1785446" y="18177"/>
                  </a:cubicBezTo>
                  <a:cubicBezTo>
                    <a:pt x="1785432" y="17938"/>
                    <a:pt x="1785432" y="17700"/>
                    <a:pt x="1785432" y="17461"/>
                  </a:cubicBezTo>
                  <a:close/>
                  <a:moveTo>
                    <a:pt x="1701124" y="17461"/>
                  </a:moveTo>
                  <a:cubicBezTo>
                    <a:pt x="1701124" y="7782"/>
                    <a:pt x="1708980" y="-74"/>
                    <a:pt x="1718659" y="-74"/>
                  </a:cubicBezTo>
                  <a:lnTo>
                    <a:pt x="1718659" y="-74"/>
                  </a:lnTo>
                  <a:cubicBezTo>
                    <a:pt x="1728339" y="-74"/>
                    <a:pt x="1736194" y="7782"/>
                    <a:pt x="1736194" y="17461"/>
                  </a:cubicBezTo>
                  <a:lnTo>
                    <a:pt x="1736194" y="17461"/>
                  </a:lnTo>
                  <a:cubicBezTo>
                    <a:pt x="1736040" y="27140"/>
                    <a:pt x="1728072" y="34870"/>
                    <a:pt x="1718393" y="34716"/>
                  </a:cubicBezTo>
                  <a:cubicBezTo>
                    <a:pt x="1718295" y="34716"/>
                    <a:pt x="1718196" y="34716"/>
                    <a:pt x="1718098" y="34716"/>
                  </a:cubicBezTo>
                  <a:lnTo>
                    <a:pt x="1718098" y="34716"/>
                  </a:lnTo>
                  <a:cubicBezTo>
                    <a:pt x="1708461" y="34800"/>
                    <a:pt x="1700577" y="27084"/>
                    <a:pt x="1700423" y="17461"/>
                  </a:cubicBezTo>
                  <a:close/>
                  <a:moveTo>
                    <a:pt x="1615974" y="17461"/>
                  </a:moveTo>
                  <a:cubicBezTo>
                    <a:pt x="1615974" y="7782"/>
                    <a:pt x="1623830" y="-74"/>
                    <a:pt x="1633509" y="-74"/>
                  </a:cubicBezTo>
                  <a:lnTo>
                    <a:pt x="1633509" y="-74"/>
                  </a:lnTo>
                  <a:cubicBezTo>
                    <a:pt x="1643189" y="-74"/>
                    <a:pt x="1651044" y="7782"/>
                    <a:pt x="1651044" y="17461"/>
                  </a:cubicBezTo>
                  <a:lnTo>
                    <a:pt x="1651044" y="17461"/>
                  </a:lnTo>
                  <a:cubicBezTo>
                    <a:pt x="1651044" y="27140"/>
                    <a:pt x="1643189" y="34996"/>
                    <a:pt x="1633509" y="34996"/>
                  </a:cubicBezTo>
                  <a:lnTo>
                    <a:pt x="1633509" y="34996"/>
                  </a:lnTo>
                  <a:cubicBezTo>
                    <a:pt x="1623830" y="35389"/>
                    <a:pt x="1615680" y="27856"/>
                    <a:pt x="1615287" y="18177"/>
                  </a:cubicBezTo>
                  <a:cubicBezTo>
                    <a:pt x="1615273" y="17938"/>
                    <a:pt x="1615273" y="17700"/>
                    <a:pt x="1615273" y="17461"/>
                  </a:cubicBezTo>
                  <a:close/>
                  <a:moveTo>
                    <a:pt x="1530965" y="17461"/>
                  </a:moveTo>
                  <a:cubicBezTo>
                    <a:pt x="1530965" y="7782"/>
                    <a:pt x="1538820" y="-74"/>
                    <a:pt x="1548500" y="-74"/>
                  </a:cubicBezTo>
                  <a:lnTo>
                    <a:pt x="1548500" y="-74"/>
                  </a:lnTo>
                  <a:cubicBezTo>
                    <a:pt x="1558179" y="-74"/>
                    <a:pt x="1566035" y="7782"/>
                    <a:pt x="1566035" y="17461"/>
                  </a:cubicBezTo>
                  <a:lnTo>
                    <a:pt x="1566035" y="17461"/>
                  </a:lnTo>
                  <a:cubicBezTo>
                    <a:pt x="1566035" y="27140"/>
                    <a:pt x="1558179" y="34996"/>
                    <a:pt x="1548500" y="34996"/>
                  </a:cubicBezTo>
                  <a:lnTo>
                    <a:pt x="1548500" y="34996"/>
                  </a:lnTo>
                  <a:cubicBezTo>
                    <a:pt x="1538820" y="35389"/>
                    <a:pt x="1530670" y="27856"/>
                    <a:pt x="1530277" y="18177"/>
                  </a:cubicBezTo>
                  <a:cubicBezTo>
                    <a:pt x="1530263" y="17938"/>
                    <a:pt x="1530263" y="17700"/>
                    <a:pt x="1530263" y="17461"/>
                  </a:cubicBezTo>
                  <a:close/>
                  <a:moveTo>
                    <a:pt x="1446095" y="17461"/>
                  </a:moveTo>
                  <a:cubicBezTo>
                    <a:pt x="1446095" y="7782"/>
                    <a:pt x="1453951" y="-74"/>
                    <a:pt x="1463630" y="-74"/>
                  </a:cubicBezTo>
                  <a:lnTo>
                    <a:pt x="1463630" y="-74"/>
                  </a:lnTo>
                  <a:cubicBezTo>
                    <a:pt x="1473310" y="-74"/>
                    <a:pt x="1481165" y="7782"/>
                    <a:pt x="1481165" y="17461"/>
                  </a:cubicBezTo>
                  <a:lnTo>
                    <a:pt x="1481165" y="17461"/>
                  </a:lnTo>
                  <a:cubicBezTo>
                    <a:pt x="1481165" y="27140"/>
                    <a:pt x="1473310" y="34996"/>
                    <a:pt x="1463630" y="34996"/>
                  </a:cubicBezTo>
                  <a:lnTo>
                    <a:pt x="1463630" y="34996"/>
                  </a:lnTo>
                  <a:cubicBezTo>
                    <a:pt x="1453951" y="35389"/>
                    <a:pt x="1445801" y="27856"/>
                    <a:pt x="1445408" y="18177"/>
                  </a:cubicBezTo>
                  <a:cubicBezTo>
                    <a:pt x="1445394" y="17938"/>
                    <a:pt x="1445394" y="17700"/>
                    <a:pt x="1445394" y="17461"/>
                  </a:cubicBezTo>
                  <a:close/>
                  <a:moveTo>
                    <a:pt x="1361226" y="17461"/>
                  </a:moveTo>
                  <a:cubicBezTo>
                    <a:pt x="1361226" y="7782"/>
                    <a:pt x="1369082" y="-74"/>
                    <a:pt x="1378761" y="-74"/>
                  </a:cubicBezTo>
                  <a:lnTo>
                    <a:pt x="1378761" y="-74"/>
                  </a:lnTo>
                  <a:cubicBezTo>
                    <a:pt x="1388440" y="-74"/>
                    <a:pt x="1396296" y="7782"/>
                    <a:pt x="1396296" y="17461"/>
                  </a:cubicBezTo>
                  <a:lnTo>
                    <a:pt x="1396296" y="17461"/>
                  </a:lnTo>
                  <a:cubicBezTo>
                    <a:pt x="1396296" y="27140"/>
                    <a:pt x="1388440" y="34996"/>
                    <a:pt x="1378761" y="34996"/>
                  </a:cubicBezTo>
                  <a:lnTo>
                    <a:pt x="1378761" y="34996"/>
                  </a:lnTo>
                  <a:cubicBezTo>
                    <a:pt x="1369082" y="35389"/>
                    <a:pt x="1360932" y="27856"/>
                    <a:pt x="1360539" y="18177"/>
                  </a:cubicBezTo>
                  <a:cubicBezTo>
                    <a:pt x="1360525" y="17938"/>
                    <a:pt x="1360525" y="17700"/>
                    <a:pt x="1360525" y="17461"/>
                  </a:cubicBezTo>
                  <a:close/>
                  <a:moveTo>
                    <a:pt x="1276217" y="17461"/>
                  </a:moveTo>
                  <a:cubicBezTo>
                    <a:pt x="1276217" y="7782"/>
                    <a:pt x="1284072" y="-74"/>
                    <a:pt x="1293752" y="-74"/>
                  </a:cubicBezTo>
                  <a:lnTo>
                    <a:pt x="1293752" y="-74"/>
                  </a:lnTo>
                  <a:cubicBezTo>
                    <a:pt x="1303431" y="-74"/>
                    <a:pt x="1311287" y="7782"/>
                    <a:pt x="1311287" y="17461"/>
                  </a:cubicBezTo>
                  <a:lnTo>
                    <a:pt x="1311287" y="17461"/>
                  </a:lnTo>
                  <a:cubicBezTo>
                    <a:pt x="1311146" y="27140"/>
                    <a:pt x="1303164" y="34870"/>
                    <a:pt x="1293485" y="34730"/>
                  </a:cubicBezTo>
                  <a:cubicBezTo>
                    <a:pt x="1293345" y="34730"/>
                    <a:pt x="1293191" y="34716"/>
                    <a:pt x="1293050" y="34716"/>
                  </a:cubicBezTo>
                  <a:lnTo>
                    <a:pt x="1293050" y="34716"/>
                  </a:lnTo>
                  <a:cubicBezTo>
                    <a:pt x="1283469" y="34716"/>
                    <a:pt x="1275669" y="27042"/>
                    <a:pt x="1275515" y="17461"/>
                  </a:cubicBezTo>
                  <a:close/>
                  <a:moveTo>
                    <a:pt x="1191207" y="17461"/>
                  </a:moveTo>
                  <a:cubicBezTo>
                    <a:pt x="1191277" y="7754"/>
                    <a:pt x="1199175" y="-74"/>
                    <a:pt x="1208882" y="-74"/>
                  </a:cubicBezTo>
                  <a:lnTo>
                    <a:pt x="1208882" y="-74"/>
                  </a:lnTo>
                  <a:cubicBezTo>
                    <a:pt x="1218491" y="-74"/>
                    <a:pt x="1226277" y="7712"/>
                    <a:pt x="1226277" y="17321"/>
                  </a:cubicBezTo>
                  <a:cubicBezTo>
                    <a:pt x="1226277" y="17363"/>
                    <a:pt x="1226277" y="17419"/>
                    <a:pt x="1226277" y="17461"/>
                  </a:cubicBezTo>
                  <a:lnTo>
                    <a:pt x="1226277" y="17461"/>
                  </a:lnTo>
                  <a:cubicBezTo>
                    <a:pt x="1226361" y="27070"/>
                    <a:pt x="1218632" y="34912"/>
                    <a:pt x="1209023" y="34996"/>
                  </a:cubicBezTo>
                  <a:cubicBezTo>
                    <a:pt x="1208980" y="34996"/>
                    <a:pt x="1208924" y="34996"/>
                    <a:pt x="1208882" y="34996"/>
                  </a:cubicBezTo>
                  <a:lnTo>
                    <a:pt x="1208882" y="34996"/>
                  </a:lnTo>
                  <a:cubicBezTo>
                    <a:pt x="1199133" y="35389"/>
                    <a:pt x="1190913" y="27786"/>
                    <a:pt x="1190520" y="18036"/>
                  </a:cubicBezTo>
                  <a:cubicBezTo>
                    <a:pt x="1190506" y="17840"/>
                    <a:pt x="1190506" y="17658"/>
                    <a:pt x="1190506" y="17461"/>
                  </a:cubicBezTo>
                  <a:close/>
                  <a:moveTo>
                    <a:pt x="1107039" y="17461"/>
                  </a:moveTo>
                  <a:cubicBezTo>
                    <a:pt x="1107039" y="7782"/>
                    <a:pt x="1114895" y="-74"/>
                    <a:pt x="1124574" y="-74"/>
                  </a:cubicBezTo>
                  <a:lnTo>
                    <a:pt x="1124574" y="-74"/>
                  </a:lnTo>
                  <a:cubicBezTo>
                    <a:pt x="1134253" y="-74"/>
                    <a:pt x="1142109" y="7782"/>
                    <a:pt x="1142109" y="17461"/>
                  </a:cubicBezTo>
                  <a:lnTo>
                    <a:pt x="1142109" y="17461"/>
                  </a:lnTo>
                  <a:cubicBezTo>
                    <a:pt x="1142109" y="27140"/>
                    <a:pt x="1134253" y="34996"/>
                    <a:pt x="1124574" y="34996"/>
                  </a:cubicBezTo>
                  <a:lnTo>
                    <a:pt x="1124574" y="34996"/>
                  </a:lnTo>
                  <a:cubicBezTo>
                    <a:pt x="1114923" y="35768"/>
                    <a:pt x="1106464" y="28571"/>
                    <a:pt x="1105692" y="18920"/>
                  </a:cubicBezTo>
                  <a:cubicBezTo>
                    <a:pt x="1105650" y="18429"/>
                    <a:pt x="1105636" y="17952"/>
                    <a:pt x="1105636" y="17461"/>
                  </a:cubicBezTo>
                  <a:close/>
                  <a:moveTo>
                    <a:pt x="1022030" y="17461"/>
                  </a:moveTo>
                  <a:cubicBezTo>
                    <a:pt x="1022030" y="7782"/>
                    <a:pt x="1029885" y="-74"/>
                    <a:pt x="1039565" y="-74"/>
                  </a:cubicBezTo>
                  <a:lnTo>
                    <a:pt x="1039565" y="-74"/>
                  </a:lnTo>
                  <a:cubicBezTo>
                    <a:pt x="1049244" y="-74"/>
                    <a:pt x="1057100" y="7782"/>
                    <a:pt x="1057100" y="17461"/>
                  </a:cubicBezTo>
                  <a:lnTo>
                    <a:pt x="1057100" y="17461"/>
                  </a:lnTo>
                  <a:cubicBezTo>
                    <a:pt x="1057100" y="27140"/>
                    <a:pt x="1049244" y="34996"/>
                    <a:pt x="1039565" y="34996"/>
                  </a:cubicBezTo>
                  <a:lnTo>
                    <a:pt x="1039565" y="34996"/>
                  </a:lnTo>
                  <a:cubicBezTo>
                    <a:pt x="1029913" y="35768"/>
                    <a:pt x="1021454" y="28571"/>
                    <a:pt x="1020683" y="18920"/>
                  </a:cubicBezTo>
                  <a:cubicBezTo>
                    <a:pt x="1020641" y="18429"/>
                    <a:pt x="1020627" y="17952"/>
                    <a:pt x="1020627" y="17461"/>
                  </a:cubicBezTo>
                  <a:close/>
                  <a:moveTo>
                    <a:pt x="937020" y="17461"/>
                  </a:moveTo>
                  <a:cubicBezTo>
                    <a:pt x="937020" y="7782"/>
                    <a:pt x="944876" y="-74"/>
                    <a:pt x="954555" y="-74"/>
                  </a:cubicBezTo>
                  <a:cubicBezTo>
                    <a:pt x="954597" y="-74"/>
                    <a:pt x="954653" y="-74"/>
                    <a:pt x="954695" y="-74"/>
                  </a:cubicBezTo>
                  <a:lnTo>
                    <a:pt x="954695" y="-74"/>
                  </a:lnTo>
                  <a:cubicBezTo>
                    <a:pt x="964318" y="-4"/>
                    <a:pt x="972090" y="7838"/>
                    <a:pt x="972090" y="17461"/>
                  </a:cubicBezTo>
                  <a:lnTo>
                    <a:pt x="972090" y="17461"/>
                  </a:lnTo>
                  <a:cubicBezTo>
                    <a:pt x="972090" y="27084"/>
                    <a:pt x="964318" y="34926"/>
                    <a:pt x="954695" y="34996"/>
                  </a:cubicBezTo>
                  <a:lnTo>
                    <a:pt x="954695" y="34996"/>
                  </a:lnTo>
                  <a:cubicBezTo>
                    <a:pt x="945044" y="35852"/>
                    <a:pt x="936543" y="28726"/>
                    <a:pt x="935687" y="19074"/>
                  </a:cubicBezTo>
                  <a:cubicBezTo>
                    <a:pt x="935631" y="18541"/>
                    <a:pt x="935617" y="17994"/>
                    <a:pt x="935617" y="17461"/>
                  </a:cubicBezTo>
                  <a:close/>
                  <a:moveTo>
                    <a:pt x="852151" y="17461"/>
                  </a:moveTo>
                  <a:cubicBezTo>
                    <a:pt x="852151" y="7782"/>
                    <a:pt x="860006" y="-74"/>
                    <a:pt x="869686" y="-74"/>
                  </a:cubicBezTo>
                  <a:lnTo>
                    <a:pt x="869686" y="-74"/>
                  </a:lnTo>
                  <a:cubicBezTo>
                    <a:pt x="879365" y="-74"/>
                    <a:pt x="887221" y="7782"/>
                    <a:pt x="887221" y="17461"/>
                  </a:cubicBezTo>
                  <a:lnTo>
                    <a:pt x="887221" y="17461"/>
                  </a:lnTo>
                  <a:cubicBezTo>
                    <a:pt x="887221" y="27140"/>
                    <a:pt x="879365" y="34996"/>
                    <a:pt x="869686" y="34996"/>
                  </a:cubicBezTo>
                  <a:lnTo>
                    <a:pt x="869686" y="34996"/>
                  </a:lnTo>
                  <a:cubicBezTo>
                    <a:pt x="860034" y="35768"/>
                    <a:pt x="851575" y="28571"/>
                    <a:pt x="850804" y="18920"/>
                  </a:cubicBezTo>
                  <a:cubicBezTo>
                    <a:pt x="850762" y="18429"/>
                    <a:pt x="850748" y="17952"/>
                    <a:pt x="850748" y="17461"/>
                  </a:cubicBezTo>
                  <a:close/>
                  <a:moveTo>
                    <a:pt x="767141" y="17461"/>
                  </a:moveTo>
                  <a:cubicBezTo>
                    <a:pt x="767141" y="7782"/>
                    <a:pt x="774997" y="-74"/>
                    <a:pt x="784676" y="-74"/>
                  </a:cubicBezTo>
                  <a:lnTo>
                    <a:pt x="784676" y="-74"/>
                  </a:lnTo>
                  <a:cubicBezTo>
                    <a:pt x="794355" y="-74"/>
                    <a:pt x="802211" y="7782"/>
                    <a:pt x="802211" y="17461"/>
                  </a:cubicBezTo>
                  <a:lnTo>
                    <a:pt x="802211" y="17461"/>
                  </a:lnTo>
                  <a:cubicBezTo>
                    <a:pt x="802211" y="27140"/>
                    <a:pt x="794355" y="34996"/>
                    <a:pt x="784676" y="34996"/>
                  </a:cubicBezTo>
                  <a:lnTo>
                    <a:pt x="784676" y="34996"/>
                  </a:lnTo>
                  <a:cubicBezTo>
                    <a:pt x="775025" y="35768"/>
                    <a:pt x="766566" y="28571"/>
                    <a:pt x="765794" y="18920"/>
                  </a:cubicBezTo>
                  <a:cubicBezTo>
                    <a:pt x="765752" y="18429"/>
                    <a:pt x="765738" y="17952"/>
                    <a:pt x="765738" y="17461"/>
                  </a:cubicBezTo>
                  <a:close/>
                  <a:moveTo>
                    <a:pt x="682131" y="17461"/>
                  </a:moveTo>
                  <a:cubicBezTo>
                    <a:pt x="682131" y="7782"/>
                    <a:pt x="689987" y="-74"/>
                    <a:pt x="699666" y="-74"/>
                  </a:cubicBezTo>
                  <a:lnTo>
                    <a:pt x="699666" y="-74"/>
                  </a:lnTo>
                  <a:cubicBezTo>
                    <a:pt x="709346" y="-74"/>
                    <a:pt x="717201" y="7782"/>
                    <a:pt x="717201" y="17461"/>
                  </a:cubicBezTo>
                  <a:lnTo>
                    <a:pt x="717201" y="17461"/>
                  </a:lnTo>
                  <a:cubicBezTo>
                    <a:pt x="717075" y="27140"/>
                    <a:pt x="709121" y="34898"/>
                    <a:pt x="699442" y="34772"/>
                  </a:cubicBezTo>
                  <a:cubicBezTo>
                    <a:pt x="699049" y="34772"/>
                    <a:pt x="698656" y="34744"/>
                    <a:pt x="698264" y="34716"/>
                  </a:cubicBezTo>
                  <a:lnTo>
                    <a:pt x="698264" y="34716"/>
                  </a:lnTo>
                  <a:cubicBezTo>
                    <a:pt x="688683" y="34716"/>
                    <a:pt x="680883" y="27042"/>
                    <a:pt x="680729" y="17461"/>
                  </a:cubicBezTo>
                  <a:close/>
                  <a:moveTo>
                    <a:pt x="597122" y="17461"/>
                  </a:moveTo>
                  <a:cubicBezTo>
                    <a:pt x="597122" y="7782"/>
                    <a:pt x="604977" y="-74"/>
                    <a:pt x="614657" y="-74"/>
                  </a:cubicBezTo>
                  <a:lnTo>
                    <a:pt x="614657" y="-74"/>
                  </a:lnTo>
                  <a:cubicBezTo>
                    <a:pt x="624336" y="-74"/>
                    <a:pt x="632192" y="7782"/>
                    <a:pt x="632192" y="17461"/>
                  </a:cubicBezTo>
                  <a:lnTo>
                    <a:pt x="632192" y="17461"/>
                  </a:lnTo>
                  <a:cubicBezTo>
                    <a:pt x="632192" y="27140"/>
                    <a:pt x="624336" y="34996"/>
                    <a:pt x="614657" y="34996"/>
                  </a:cubicBezTo>
                  <a:lnTo>
                    <a:pt x="614657" y="34996"/>
                  </a:lnTo>
                  <a:cubicBezTo>
                    <a:pt x="604992" y="35698"/>
                    <a:pt x="596603" y="28431"/>
                    <a:pt x="595901" y="18766"/>
                  </a:cubicBezTo>
                  <a:cubicBezTo>
                    <a:pt x="595873" y="18331"/>
                    <a:pt x="595859" y="17896"/>
                    <a:pt x="595859" y="17461"/>
                  </a:cubicBezTo>
                  <a:close/>
                  <a:moveTo>
                    <a:pt x="512112" y="17461"/>
                  </a:moveTo>
                  <a:cubicBezTo>
                    <a:pt x="512112" y="7782"/>
                    <a:pt x="519968" y="-74"/>
                    <a:pt x="529647" y="-74"/>
                  </a:cubicBezTo>
                  <a:lnTo>
                    <a:pt x="529647" y="-74"/>
                  </a:lnTo>
                  <a:cubicBezTo>
                    <a:pt x="539327" y="-74"/>
                    <a:pt x="547182" y="7782"/>
                    <a:pt x="547182" y="17461"/>
                  </a:cubicBezTo>
                  <a:lnTo>
                    <a:pt x="547182" y="17461"/>
                  </a:lnTo>
                  <a:cubicBezTo>
                    <a:pt x="547182" y="27140"/>
                    <a:pt x="539327" y="34996"/>
                    <a:pt x="529647" y="34996"/>
                  </a:cubicBezTo>
                  <a:lnTo>
                    <a:pt x="529647" y="34996"/>
                  </a:lnTo>
                  <a:cubicBezTo>
                    <a:pt x="519996" y="35768"/>
                    <a:pt x="511537" y="28571"/>
                    <a:pt x="510766" y="18920"/>
                  </a:cubicBezTo>
                  <a:cubicBezTo>
                    <a:pt x="510723" y="18429"/>
                    <a:pt x="510709" y="17952"/>
                    <a:pt x="510709" y="17461"/>
                  </a:cubicBezTo>
                  <a:close/>
                  <a:moveTo>
                    <a:pt x="427103" y="17461"/>
                  </a:moveTo>
                  <a:cubicBezTo>
                    <a:pt x="427103" y="7782"/>
                    <a:pt x="434958" y="-74"/>
                    <a:pt x="444638" y="-74"/>
                  </a:cubicBezTo>
                  <a:lnTo>
                    <a:pt x="444638" y="-74"/>
                  </a:lnTo>
                  <a:cubicBezTo>
                    <a:pt x="454317" y="-74"/>
                    <a:pt x="462173" y="7782"/>
                    <a:pt x="462173" y="17461"/>
                  </a:cubicBezTo>
                  <a:lnTo>
                    <a:pt x="462173" y="17461"/>
                  </a:lnTo>
                  <a:cubicBezTo>
                    <a:pt x="462173" y="27140"/>
                    <a:pt x="454317" y="34996"/>
                    <a:pt x="444638" y="34996"/>
                  </a:cubicBezTo>
                  <a:lnTo>
                    <a:pt x="444638" y="34996"/>
                  </a:lnTo>
                  <a:cubicBezTo>
                    <a:pt x="434986" y="35768"/>
                    <a:pt x="426527" y="28571"/>
                    <a:pt x="425756" y="18920"/>
                  </a:cubicBezTo>
                  <a:cubicBezTo>
                    <a:pt x="425714" y="18429"/>
                    <a:pt x="425700" y="17952"/>
                    <a:pt x="425700" y="17461"/>
                  </a:cubicBezTo>
                  <a:close/>
                  <a:moveTo>
                    <a:pt x="342093" y="17461"/>
                  </a:moveTo>
                  <a:cubicBezTo>
                    <a:pt x="342093" y="7782"/>
                    <a:pt x="349949" y="-74"/>
                    <a:pt x="359628" y="-74"/>
                  </a:cubicBezTo>
                  <a:lnTo>
                    <a:pt x="359628" y="-74"/>
                  </a:lnTo>
                  <a:cubicBezTo>
                    <a:pt x="369307" y="-74"/>
                    <a:pt x="377163" y="7782"/>
                    <a:pt x="377163" y="17461"/>
                  </a:cubicBezTo>
                  <a:lnTo>
                    <a:pt x="377163" y="17461"/>
                  </a:lnTo>
                  <a:cubicBezTo>
                    <a:pt x="377163" y="27140"/>
                    <a:pt x="369307" y="34996"/>
                    <a:pt x="359628" y="34996"/>
                  </a:cubicBezTo>
                  <a:lnTo>
                    <a:pt x="359628" y="34996"/>
                  </a:lnTo>
                  <a:cubicBezTo>
                    <a:pt x="349977" y="35768"/>
                    <a:pt x="341518" y="28571"/>
                    <a:pt x="340746" y="18920"/>
                  </a:cubicBezTo>
                  <a:cubicBezTo>
                    <a:pt x="340704" y="18429"/>
                    <a:pt x="340690" y="17952"/>
                    <a:pt x="340690" y="17461"/>
                  </a:cubicBezTo>
                  <a:close/>
                  <a:moveTo>
                    <a:pt x="256943" y="17461"/>
                  </a:moveTo>
                  <a:cubicBezTo>
                    <a:pt x="256943" y="7782"/>
                    <a:pt x="264799" y="-74"/>
                    <a:pt x="274478" y="-74"/>
                  </a:cubicBezTo>
                  <a:lnTo>
                    <a:pt x="274478" y="-74"/>
                  </a:lnTo>
                  <a:cubicBezTo>
                    <a:pt x="284157" y="-74"/>
                    <a:pt x="292013" y="7782"/>
                    <a:pt x="292013" y="17461"/>
                  </a:cubicBezTo>
                  <a:lnTo>
                    <a:pt x="292013" y="17461"/>
                  </a:lnTo>
                  <a:cubicBezTo>
                    <a:pt x="291887" y="27140"/>
                    <a:pt x="283933" y="34884"/>
                    <a:pt x="274240" y="34758"/>
                  </a:cubicBezTo>
                  <a:cubicBezTo>
                    <a:pt x="273903" y="34758"/>
                    <a:pt x="273552" y="34744"/>
                    <a:pt x="273216" y="34716"/>
                  </a:cubicBezTo>
                  <a:lnTo>
                    <a:pt x="273216" y="34716"/>
                  </a:lnTo>
                  <a:cubicBezTo>
                    <a:pt x="263578" y="34800"/>
                    <a:pt x="255695" y="27084"/>
                    <a:pt x="255540" y="17461"/>
                  </a:cubicBezTo>
                  <a:close/>
                  <a:moveTo>
                    <a:pt x="171793" y="17461"/>
                  </a:moveTo>
                  <a:cubicBezTo>
                    <a:pt x="171793" y="7782"/>
                    <a:pt x="179649" y="-74"/>
                    <a:pt x="189328" y="-74"/>
                  </a:cubicBezTo>
                  <a:lnTo>
                    <a:pt x="189328" y="-74"/>
                  </a:lnTo>
                  <a:cubicBezTo>
                    <a:pt x="199008" y="-74"/>
                    <a:pt x="206863" y="7782"/>
                    <a:pt x="206863" y="17461"/>
                  </a:cubicBezTo>
                  <a:lnTo>
                    <a:pt x="206863" y="17461"/>
                  </a:lnTo>
                  <a:cubicBezTo>
                    <a:pt x="206863" y="27140"/>
                    <a:pt x="199008" y="34996"/>
                    <a:pt x="189328" y="34996"/>
                  </a:cubicBezTo>
                  <a:lnTo>
                    <a:pt x="189328" y="34996"/>
                  </a:lnTo>
                  <a:cubicBezTo>
                    <a:pt x="179677" y="35768"/>
                    <a:pt x="171218" y="28571"/>
                    <a:pt x="170447" y="18920"/>
                  </a:cubicBezTo>
                  <a:cubicBezTo>
                    <a:pt x="170405" y="18429"/>
                    <a:pt x="170390" y="17952"/>
                    <a:pt x="170390" y="17461"/>
                  </a:cubicBezTo>
                  <a:close/>
                  <a:moveTo>
                    <a:pt x="86643" y="17461"/>
                  </a:moveTo>
                  <a:cubicBezTo>
                    <a:pt x="86643" y="7782"/>
                    <a:pt x="94499" y="-74"/>
                    <a:pt x="104178" y="-74"/>
                  </a:cubicBezTo>
                  <a:lnTo>
                    <a:pt x="104178" y="-74"/>
                  </a:lnTo>
                  <a:cubicBezTo>
                    <a:pt x="113858" y="-74"/>
                    <a:pt x="121713" y="7782"/>
                    <a:pt x="121713" y="17461"/>
                  </a:cubicBezTo>
                  <a:lnTo>
                    <a:pt x="121713" y="17461"/>
                  </a:lnTo>
                  <a:cubicBezTo>
                    <a:pt x="121713" y="27140"/>
                    <a:pt x="113858" y="34996"/>
                    <a:pt x="104178" y="34996"/>
                  </a:cubicBezTo>
                  <a:lnTo>
                    <a:pt x="104178" y="34996"/>
                  </a:lnTo>
                  <a:cubicBezTo>
                    <a:pt x="94527" y="35768"/>
                    <a:pt x="86068" y="28571"/>
                    <a:pt x="85297" y="18920"/>
                  </a:cubicBezTo>
                  <a:cubicBezTo>
                    <a:pt x="85255" y="18429"/>
                    <a:pt x="85241" y="17952"/>
                    <a:pt x="85241" y="17461"/>
                  </a:cubicBezTo>
                  <a:close/>
                  <a:moveTo>
                    <a:pt x="1353" y="17461"/>
                  </a:moveTo>
                  <a:cubicBezTo>
                    <a:pt x="1353" y="7782"/>
                    <a:pt x="9209" y="-74"/>
                    <a:pt x="18888" y="-74"/>
                  </a:cubicBezTo>
                  <a:lnTo>
                    <a:pt x="18888" y="-74"/>
                  </a:lnTo>
                  <a:cubicBezTo>
                    <a:pt x="28568" y="-74"/>
                    <a:pt x="36423" y="7782"/>
                    <a:pt x="36423" y="17461"/>
                  </a:cubicBezTo>
                  <a:lnTo>
                    <a:pt x="36423" y="17461"/>
                  </a:lnTo>
                  <a:cubicBezTo>
                    <a:pt x="36423" y="27140"/>
                    <a:pt x="28568" y="34996"/>
                    <a:pt x="18888" y="34996"/>
                  </a:cubicBezTo>
                  <a:lnTo>
                    <a:pt x="18888" y="34996"/>
                  </a:lnTo>
                  <a:cubicBezTo>
                    <a:pt x="9237" y="35768"/>
                    <a:pt x="778" y="28571"/>
                    <a:pt x="7" y="18920"/>
                  </a:cubicBezTo>
                  <a:cubicBezTo>
                    <a:pt x="-36" y="18429"/>
                    <a:pt x="-49" y="17952"/>
                    <a:pt x="-49" y="1746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699" name="Freeform: Shape 17698">
              <a:extLst>
                <a:ext uri="{FF2B5EF4-FFF2-40B4-BE49-F238E27FC236}">
                  <a16:creationId xmlns:a16="http://schemas.microsoft.com/office/drawing/2014/main" id="{FC81F9F1-F31E-61B6-811E-C2AD1CC35B5C}"/>
                </a:ext>
              </a:extLst>
            </p:cNvPr>
            <p:cNvSpPr/>
            <p:nvPr/>
          </p:nvSpPr>
          <p:spPr>
            <a:xfrm>
              <a:off x="10058562" y="1572371"/>
              <a:ext cx="34807" cy="34813"/>
            </a:xfrm>
            <a:custGeom>
              <a:avLst/>
              <a:gdLst>
                <a:gd name="connsiteX0" fmla="*/ 17258 w 34807"/>
                <a:gd name="connsiteY0" fmla="*/ 34740 h 34813"/>
                <a:gd name="connsiteX1" fmla="*/ 4773 w 34807"/>
                <a:gd name="connsiteY1" fmla="*/ 29550 h 34813"/>
                <a:gd name="connsiteX2" fmla="*/ 2669 w 34807"/>
                <a:gd name="connsiteY2" fmla="*/ 26884 h 34813"/>
                <a:gd name="connsiteX3" fmla="*/ 985 w 34807"/>
                <a:gd name="connsiteY3" fmla="*/ 23939 h 34813"/>
                <a:gd name="connsiteX4" fmla="*/ 3 w 34807"/>
                <a:gd name="connsiteY4" fmla="*/ 20572 h 34813"/>
                <a:gd name="connsiteX5" fmla="*/ 3 w 34807"/>
                <a:gd name="connsiteY5" fmla="*/ 17205 h 34813"/>
                <a:gd name="connsiteX6" fmla="*/ 5053 w 34807"/>
                <a:gd name="connsiteY6" fmla="*/ 4860 h 34813"/>
                <a:gd name="connsiteX7" fmla="*/ 29883 w 34807"/>
                <a:gd name="connsiteY7" fmla="*/ 4860 h 34813"/>
                <a:gd name="connsiteX8" fmla="*/ 32127 w 34807"/>
                <a:gd name="connsiteY8" fmla="*/ 7526 h 34813"/>
                <a:gd name="connsiteX9" fmla="*/ 33670 w 34807"/>
                <a:gd name="connsiteY9" fmla="*/ 10472 h 34813"/>
                <a:gd name="connsiteX10" fmla="*/ 34652 w 34807"/>
                <a:gd name="connsiteY10" fmla="*/ 13838 h 34813"/>
                <a:gd name="connsiteX11" fmla="*/ 34652 w 34807"/>
                <a:gd name="connsiteY11" fmla="*/ 17205 h 34813"/>
                <a:gd name="connsiteX12" fmla="*/ 29462 w 34807"/>
                <a:gd name="connsiteY12" fmla="*/ 29550 h 34813"/>
                <a:gd name="connsiteX13" fmla="*/ 26797 w 34807"/>
                <a:gd name="connsiteY13" fmla="*/ 31794 h 34813"/>
                <a:gd name="connsiteX14" fmla="*/ 23711 w 34807"/>
                <a:gd name="connsiteY14" fmla="*/ 33337 h 34813"/>
                <a:gd name="connsiteX15" fmla="*/ 20484 w 34807"/>
                <a:gd name="connsiteY15" fmla="*/ 34460 h 3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807" h="34813">
                  <a:moveTo>
                    <a:pt x="17258" y="34740"/>
                  </a:moveTo>
                  <a:cubicBezTo>
                    <a:pt x="12572" y="34726"/>
                    <a:pt x="8083" y="32860"/>
                    <a:pt x="4773" y="29550"/>
                  </a:cubicBezTo>
                  <a:cubicBezTo>
                    <a:pt x="3917" y="28792"/>
                    <a:pt x="3216" y="27894"/>
                    <a:pt x="2669" y="26884"/>
                  </a:cubicBezTo>
                  <a:cubicBezTo>
                    <a:pt x="1981" y="25987"/>
                    <a:pt x="1406" y="24991"/>
                    <a:pt x="985" y="23939"/>
                  </a:cubicBezTo>
                  <a:cubicBezTo>
                    <a:pt x="592" y="22830"/>
                    <a:pt x="270" y="21708"/>
                    <a:pt x="3" y="20572"/>
                  </a:cubicBezTo>
                  <a:cubicBezTo>
                    <a:pt x="-67" y="19450"/>
                    <a:pt x="-67" y="18327"/>
                    <a:pt x="3" y="17205"/>
                  </a:cubicBezTo>
                  <a:cubicBezTo>
                    <a:pt x="-11" y="12590"/>
                    <a:pt x="1813" y="8143"/>
                    <a:pt x="5053" y="4860"/>
                  </a:cubicBezTo>
                  <a:cubicBezTo>
                    <a:pt x="12025" y="-1719"/>
                    <a:pt x="22911" y="-1719"/>
                    <a:pt x="29883" y="4860"/>
                  </a:cubicBezTo>
                  <a:cubicBezTo>
                    <a:pt x="30739" y="5646"/>
                    <a:pt x="31496" y="6544"/>
                    <a:pt x="32127" y="7526"/>
                  </a:cubicBezTo>
                  <a:cubicBezTo>
                    <a:pt x="32731" y="8466"/>
                    <a:pt x="33235" y="9448"/>
                    <a:pt x="33670" y="10472"/>
                  </a:cubicBezTo>
                  <a:cubicBezTo>
                    <a:pt x="34119" y="11552"/>
                    <a:pt x="34456" y="12688"/>
                    <a:pt x="34652" y="13838"/>
                  </a:cubicBezTo>
                  <a:cubicBezTo>
                    <a:pt x="34793" y="14961"/>
                    <a:pt x="34793" y="16083"/>
                    <a:pt x="34652" y="17205"/>
                  </a:cubicBezTo>
                  <a:cubicBezTo>
                    <a:pt x="34610" y="21848"/>
                    <a:pt x="32744" y="26281"/>
                    <a:pt x="29462" y="29550"/>
                  </a:cubicBezTo>
                  <a:lnTo>
                    <a:pt x="26797" y="31794"/>
                  </a:lnTo>
                  <a:lnTo>
                    <a:pt x="23711" y="33337"/>
                  </a:lnTo>
                  <a:cubicBezTo>
                    <a:pt x="22686" y="33856"/>
                    <a:pt x="21606" y="34235"/>
                    <a:pt x="20484" y="3446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0" name="Freeform: Shape 17699">
              <a:extLst>
                <a:ext uri="{FF2B5EF4-FFF2-40B4-BE49-F238E27FC236}">
                  <a16:creationId xmlns:a16="http://schemas.microsoft.com/office/drawing/2014/main" id="{B5C0E367-2949-4114-71C7-1A6670ADD6DE}"/>
                </a:ext>
              </a:extLst>
            </p:cNvPr>
            <p:cNvSpPr/>
            <p:nvPr/>
          </p:nvSpPr>
          <p:spPr>
            <a:xfrm>
              <a:off x="10058334" y="1660056"/>
              <a:ext cx="35771" cy="385518"/>
            </a:xfrm>
            <a:custGeom>
              <a:avLst/>
              <a:gdLst>
                <a:gd name="connsiteX0" fmla="*/ -49 w 35771"/>
                <a:gd name="connsiteY0" fmla="*/ 367895 h 385518"/>
                <a:gd name="connsiteX1" fmla="*/ 17486 w 35771"/>
                <a:gd name="connsiteY1" fmla="*/ 350360 h 385518"/>
                <a:gd name="connsiteX2" fmla="*/ 17486 w 35771"/>
                <a:gd name="connsiteY2" fmla="*/ 350360 h 385518"/>
                <a:gd name="connsiteX3" fmla="*/ 35708 w 35771"/>
                <a:gd name="connsiteY3" fmla="*/ 367179 h 385518"/>
                <a:gd name="connsiteX4" fmla="*/ 35722 w 35771"/>
                <a:gd name="connsiteY4" fmla="*/ 367895 h 385518"/>
                <a:gd name="connsiteX5" fmla="*/ 35722 w 35771"/>
                <a:gd name="connsiteY5" fmla="*/ 367895 h 385518"/>
                <a:gd name="connsiteX6" fmla="*/ 18187 w 35771"/>
                <a:gd name="connsiteY6" fmla="*/ 385430 h 385518"/>
                <a:gd name="connsiteX7" fmla="*/ 18187 w 35771"/>
                <a:gd name="connsiteY7" fmla="*/ 385430 h 385518"/>
                <a:gd name="connsiteX8" fmla="*/ -35 w 35771"/>
                <a:gd name="connsiteY8" fmla="*/ 368610 h 385518"/>
                <a:gd name="connsiteX9" fmla="*/ -49 w 35771"/>
                <a:gd name="connsiteY9" fmla="*/ 367895 h 385518"/>
                <a:gd name="connsiteX10" fmla="*/ -49 w 35771"/>
                <a:gd name="connsiteY10" fmla="*/ 280220 h 385518"/>
                <a:gd name="connsiteX11" fmla="*/ 17486 w 35771"/>
                <a:gd name="connsiteY11" fmla="*/ 262685 h 385518"/>
                <a:gd name="connsiteX12" fmla="*/ 17486 w 35771"/>
                <a:gd name="connsiteY12" fmla="*/ 262685 h 385518"/>
                <a:gd name="connsiteX13" fmla="*/ 35021 w 35771"/>
                <a:gd name="connsiteY13" fmla="*/ 280220 h 385518"/>
                <a:gd name="connsiteX14" fmla="*/ 35021 w 35771"/>
                <a:gd name="connsiteY14" fmla="*/ 280220 h 385518"/>
                <a:gd name="connsiteX15" fmla="*/ 17486 w 35771"/>
                <a:gd name="connsiteY15" fmla="*/ 297755 h 385518"/>
                <a:gd name="connsiteX16" fmla="*/ 17486 w 35771"/>
                <a:gd name="connsiteY16" fmla="*/ 297755 h 385518"/>
                <a:gd name="connsiteX17" fmla="*/ -49 w 35771"/>
                <a:gd name="connsiteY17" fmla="*/ 280220 h 385518"/>
                <a:gd name="connsiteX18" fmla="*/ -49 w 35771"/>
                <a:gd name="connsiteY18" fmla="*/ 192685 h 385518"/>
                <a:gd name="connsiteX19" fmla="*/ 17486 w 35771"/>
                <a:gd name="connsiteY19" fmla="*/ 175150 h 385518"/>
                <a:gd name="connsiteX20" fmla="*/ 17486 w 35771"/>
                <a:gd name="connsiteY20" fmla="*/ 175150 h 385518"/>
                <a:gd name="connsiteX21" fmla="*/ 35021 w 35771"/>
                <a:gd name="connsiteY21" fmla="*/ 192685 h 385518"/>
                <a:gd name="connsiteX22" fmla="*/ 35021 w 35771"/>
                <a:gd name="connsiteY22" fmla="*/ 192685 h 385518"/>
                <a:gd name="connsiteX23" fmla="*/ 17486 w 35771"/>
                <a:gd name="connsiteY23" fmla="*/ 210220 h 385518"/>
                <a:gd name="connsiteX24" fmla="*/ 17486 w 35771"/>
                <a:gd name="connsiteY24" fmla="*/ 210220 h 385518"/>
                <a:gd name="connsiteX25" fmla="*/ -49 w 35771"/>
                <a:gd name="connsiteY25" fmla="*/ 192685 h 385518"/>
                <a:gd name="connsiteX26" fmla="*/ -49 w 35771"/>
                <a:gd name="connsiteY26" fmla="*/ 105010 h 385518"/>
                <a:gd name="connsiteX27" fmla="*/ 17346 w 35771"/>
                <a:gd name="connsiteY27" fmla="*/ 87335 h 385518"/>
                <a:gd name="connsiteX28" fmla="*/ 17486 w 35771"/>
                <a:gd name="connsiteY28" fmla="*/ 87335 h 385518"/>
                <a:gd name="connsiteX29" fmla="*/ 17486 w 35771"/>
                <a:gd name="connsiteY29" fmla="*/ 87335 h 385518"/>
                <a:gd name="connsiteX30" fmla="*/ 35021 w 35771"/>
                <a:gd name="connsiteY30" fmla="*/ 104870 h 385518"/>
                <a:gd name="connsiteX31" fmla="*/ 35021 w 35771"/>
                <a:gd name="connsiteY31" fmla="*/ 104870 h 385518"/>
                <a:gd name="connsiteX32" fmla="*/ 17486 w 35771"/>
                <a:gd name="connsiteY32" fmla="*/ 122405 h 385518"/>
                <a:gd name="connsiteX33" fmla="*/ 17486 w 35771"/>
                <a:gd name="connsiteY33" fmla="*/ 122405 h 385518"/>
                <a:gd name="connsiteX34" fmla="*/ -49 w 35771"/>
                <a:gd name="connsiteY34" fmla="*/ 105010 h 385518"/>
                <a:gd name="connsiteX35" fmla="*/ -49 w 35771"/>
                <a:gd name="connsiteY35" fmla="*/ 17476 h 385518"/>
                <a:gd name="connsiteX36" fmla="*/ 17486 w 35771"/>
                <a:gd name="connsiteY36" fmla="*/ -59 h 385518"/>
                <a:gd name="connsiteX37" fmla="*/ 17486 w 35771"/>
                <a:gd name="connsiteY37" fmla="*/ -59 h 385518"/>
                <a:gd name="connsiteX38" fmla="*/ 35708 w 35771"/>
                <a:gd name="connsiteY38" fmla="*/ 16760 h 385518"/>
                <a:gd name="connsiteX39" fmla="*/ 35722 w 35771"/>
                <a:gd name="connsiteY39" fmla="*/ 17195 h 385518"/>
                <a:gd name="connsiteX40" fmla="*/ 35722 w 35771"/>
                <a:gd name="connsiteY40" fmla="*/ 17195 h 385518"/>
                <a:gd name="connsiteX41" fmla="*/ 18187 w 35771"/>
                <a:gd name="connsiteY41" fmla="*/ 34730 h 385518"/>
                <a:gd name="connsiteX42" fmla="*/ 18187 w 35771"/>
                <a:gd name="connsiteY42" fmla="*/ 34730 h 385518"/>
                <a:gd name="connsiteX43" fmla="*/ -35 w 35771"/>
                <a:gd name="connsiteY43" fmla="*/ 17911 h 385518"/>
                <a:gd name="connsiteX44" fmla="*/ -49 w 35771"/>
                <a:gd name="connsiteY44" fmla="*/ 17195 h 38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71" h="385518">
                  <a:moveTo>
                    <a:pt x="-49" y="367895"/>
                  </a:moveTo>
                  <a:cubicBezTo>
                    <a:pt x="-49" y="358215"/>
                    <a:pt x="7807" y="350360"/>
                    <a:pt x="17486" y="350360"/>
                  </a:cubicBezTo>
                  <a:lnTo>
                    <a:pt x="17486" y="350360"/>
                  </a:lnTo>
                  <a:cubicBezTo>
                    <a:pt x="27166" y="349967"/>
                    <a:pt x="35316" y="357500"/>
                    <a:pt x="35708" y="367179"/>
                  </a:cubicBezTo>
                  <a:cubicBezTo>
                    <a:pt x="35722" y="367418"/>
                    <a:pt x="35722" y="367656"/>
                    <a:pt x="35722" y="367895"/>
                  </a:cubicBezTo>
                  <a:lnTo>
                    <a:pt x="35722" y="367895"/>
                  </a:lnTo>
                  <a:cubicBezTo>
                    <a:pt x="35722" y="377574"/>
                    <a:pt x="27867" y="385430"/>
                    <a:pt x="18187" y="385430"/>
                  </a:cubicBezTo>
                  <a:lnTo>
                    <a:pt x="18187" y="385430"/>
                  </a:lnTo>
                  <a:cubicBezTo>
                    <a:pt x="8508" y="385823"/>
                    <a:pt x="358" y="378289"/>
                    <a:pt x="-35" y="368610"/>
                  </a:cubicBezTo>
                  <a:cubicBezTo>
                    <a:pt x="-49" y="368372"/>
                    <a:pt x="-49" y="368133"/>
                    <a:pt x="-49" y="367895"/>
                  </a:cubicBezTo>
                  <a:close/>
                  <a:moveTo>
                    <a:pt x="-49" y="280220"/>
                  </a:moveTo>
                  <a:cubicBezTo>
                    <a:pt x="-49" y="270541"/>
                    <a:pt x="7807" y="262685"/>
                    <a:pt x="17486" y="262685"/>
                  </a:cubicBezTo>
                  <a:lnTo>
                    <a:pt x="17486" y="262685"/>
                  </a:lnTo>
                  <a:cubicBezTo>
                    <a:pt x="27166" y="262685"/>
                    <a:pt x="35021" y="270541"/>
                    <a:pt x="35021" y="280220"/>
                  </a:cubicBezTo>
                  <a:lnTo>
                    <a:pt x="35021" y="280220"/>
                  </a:lnTo>
                  <a:cubicBezTo>
                    <a:pt x="35021" y="289899"/>
                    <a:pt x="27166" y="297755"/>
                    <a:pt x="17486" y="297755"/>
                  </a:cubicBezTo>
                  <a:lnTo>
                    <a:pt x="17486" y="297755"/>
                  </a:lnTo>
                  <a:cubicBezTo>
                    <a:pt x="7807" y="297755"/>
                    <a:pt x="-49" y="289899"/>
                    <a:pt x="-49" y="280220"/>
                  </a:cubicBezTo>
                  <a:close/>
                  <a:moveTo>
                    <a:pt x="-49" y="192685"/>
                  </a:moveTo>
                  <a:cubicBezTo>
                    <a:pt x="-49" y="183006"/>
                    <a:pt x="7807" y="175150"/>
                    <a:pt x="17486" y="175150"/>
                  </a:cubicBezTo>
                  <a:lnTo>
                    <a:pt x="17486" y="175150"/>
                  </a:lnTo>
                  <a:cubicBezTo>
                    <a:pt x="27166" y="175150"/>
                    <a:pt x="35021" y="183006"/>
                    <a:pt x="35021" y="192685"/>
                  </a:cubicBezTo>
                  <a:lnTo>
                    <a:pt x="35021" y="192685"/>
                  </a:lnTo>
                  <a:cubicBezTo>
                    <a:pt x="35021" y="202365"/>
                    <a:pt x="27166" y="210220"/>
                    <a:pt x="17486" y="210220"/>
                  </a:cubicBezTo>
                  <a:lnTo>
                    <a:pt x="17486" y="210220"/>
                  </a:lnTo>
                  <a:cubicBezTo>
                    <a:pt x="7807" y="210220"/>
                    <a:pt x="-49" y="202365"/>
                    <a:pt x="-49" y="192685"/>
                  </a:cubicBezTo>
                  <a:close/>
                  <a:moveTo>
                    <a:pt x="-49" y="105010"/>
                  </a:moveTo>
                  <a:cubicBezTo>
                    <a:pt x="-133" y="95331"/>
                    <a:pt x="7666" y="87419"/>
                    <a:pt x="17346" y="87335"/>
                  </a:cubicBezTo>
                  <a:cubicBezTo>
                    <a:pt x="17388" y="87335"/>
                    <a:pt x="17444" y="87335"/>
                    <a:pt x="17486" y="87335"/>
                  </a:cubicBezTo>
                  <a:lnTo>
                    <a:pt x="17486" y="87335"/>
                  </a:lnTo>
                  <a:cubicBezTo>
                    <a:pt x="27166" y="87335"/>
                    <a:pt x="35021" y="95191"/>
                    <a:pt x="35021" y="104870"/>
                  </a:cubicBezTo>
                  <a:lnTo>
                    <a:pt x="35021" y="104870"/>
                  </a:lnTo>
                  <a:cubicBezTo>
                    <a:pt x="35021" y="114549"/>
                    <a:pt x="27166" y="122405"/>
                    <a:pt x="17486" y="122405"/>
                  </a:cubicBezTo>
                  <a:lnTo>
                    <a:pt x="17486" y="122405"/>
                  </a:lnTo>
                  <a:cubicBezTo>
                    <a:pt x="7863" y="122405"/>
                    <a:pt x="35" y="114634"/>
                    <a:pt x="-49" y="105010"/>
                  </a:cubicBezTo>
                  <a:close/>
                  <a:moveTo>
                    <a:pt x="-49" y="17476"/>
                  </a:moveTo>
                  <a:cubicBezTo>
                    <a:pt x="-49" y="7796"/>
                    <a:pt x="7807" y="-59"/>
                    <a:pt x="17486" y="-59"/>
                  </a:cubicBezTo>
                  <a:lnTo>
                    <a:pt x="17486" y="-59"/>
                  </a:lnTo>
                  <a:cubicBezTo>
                    <a:pt x="27166" y="-452"/>
                    <a:pt x="35316" y="7081"/>
                    <a:pt x="35708" y="16760"/>
                  </a:cubicBezTo>
                  <a:cubicBezTo>
                    <a:pt x="35722" y="16901"/>
                    <a:pt x="35722" y="17055"/>
                    <a:pt x="35722" y="17195"/>
                  </a:cubicBezTo>
                  <a:lnTo>
                    <a:pt x="35722" y="17195"/>
                  </a:lnTo>
                  <a:cubicBezTo>
                    <a:pt x="35722" y="26875"/>
                    <a:pt x="27867" y="34730"/>
                    <a:pt x="18187" y="34730"/>
                  </a:cubicBezTo>
                  <a:lnTo>
                    <a:pt x="18187" y="34730"/>
                  </a:lnTo>
                  <a:cubicBezTo>
                    <a:pt x="8508" y="35123"/>
                    <a:pt x="358" y="27590"/>
                    <a:pt x="-35" y="17911"/>
                  </a:cubicBezTo>
                  <a:cubicBezTo>
                    <a:pt x="-49" y="17672"/>
                    <a:pt x="-49" y="17434"/>
                    <a:pt x="-49" y="17195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1" name="Freeform: Shape 17700">
              <a:extLst>
                <a:ext uri="{FF2B5EF4-FFF2-40B4-BE49-F238E27FC236}">
                  <a16:creationId xmlns:a16="http://schemas.microsoft.com/office/drawing/2014/main" id="{28D6B465-A0C7-AE48-2D51-DB541A1237AF}"/>
                </a:ext>
              </a:extLst>
            </p:cNvPr>
            <p:cNvSpPr/>
            <p:nvPr/>
          </p:nvSpPr>
          <p:spPr>
            <a:xfrm>
              <a:off x="10058282" y="2098122"/>
              <a:ext cx="34841" cy="34974"/>
            </a:xfrm>
            <a:custGeom>
              <a:avLst/>
              <a:gdLst>
                <a:gd name="connsiteX0" fmla="*/ 17538 w 34841"/>
                <a:gd name="connsiteY0" fmla="*/ 34898 h 34974"/>
                <a:gd name="connsiteX1" fmla="*/ 3 w 34841"/>
                <a:gd name="connsiteY1" fmla="*/ 17924 h 34974"/>
                <a:gd name="connsiteX2" fmla="*/ 3 w 34841"/>
                <a:gd name="connsiteY2" fmla="*/ 17363 h 34974"/>
                <a:gd name="connsiteX3" fmla="*/ 3 w 34841"/>
                <a:gd name="connsiteY3" fmla="*/ 13996 h 34974"/>
                <a:gd name="connsiteX4" fmla="*/ 985 w 34841"/>
                <a:gd name="connsiteY4" fmla="*/ 10770 h 34974"/>
                <a:gd name="connsiteX5" fmla="*/ 2669 w 34841"/>
                <a:gd name="connsiteY5" fmla="*/ 7684 h 34974"/>
                <a:gd name="connsiteX6" fmla="*/ 4773 w 34841"/>
                <a:gd name="connsiteY6" fmla="*/ 5019 h 34974"/>
                <a:gd name="connsiteX7" fmla="*/ 20624 w 34841"/>
                <a:gd name="connsiteY7" fmla="*/ 249 h 34974"/>
                <a:gd name="connsiteX8" fmla="*/ 23850 w 34841"/>
                <a:gd name="connsiteY8" fmla="*/ 1231 h 34974"/>
                <a:gd name="connsiteX9" fmla="*/ 26937 w 34841"/>
                <a:gd name="connsiteY9" fmla="*/ 2914 h 34974"/>
                <a:gd name="connsiteX10" fmla="*/ 29602 w 34841"/>
                <a:gd name="connsiteY10" fmla="*/ 5019 h 34974"/>
                <a:gd name="connsiteX11" fmla="*/ 34792 w 34841"/>
                <a:gd name="connsiteY11" fmla="*/ 17363 h 34974"/>
                <a:gd name="connsiteX12" fmla="*/ 29602 w 34841"/>
                <a:gd name="connsiteY12" fmla="*/ 29848 h 34974"/>
                <a:gd name="connsiteX13" fmla="*/ 26937 w 34841"/>
                <a:gd name="connsiteY13" fmla="*/ 31952 h 34974"/>
                <a:gd name="connsiteX14" fmla="*/ 23850 w 34841"/>
                <a:gd name="connsiteY14" fmla="*/ 33636 h 34974"/>
                <a:gd name="connsiteX15" fmla="*/ 20624 w 34841"/>
                <a:gd name="connsiteY15" fmla="*/ 34618 h 34974"/>
                <a:gd name="connsiteX16" fmla="*/ 17538 w 34841"/>
                <a:gd name="connsiteY16" fmla="*/ 34898 h 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41" h="34974">
                  <a:moveTo>
                    <a:pt x="17538" y="34898"/>
                  </a:moveTo>
                  <a:cubicBezTo>
                    <a:pt x="8013" y="35053"/>
                    <a:pt x="157" y="27463"/>
                    <a:pt x="3" y="17924"/>
                  </a:cubicBezTo>
                  <a:cubicBezTo>
                    <a:pt x="3" y="17742"/>
                    <a:pt x="3" y="17546"/>
                    <a:pt x="3" y="17363"/>
                  </a:cubicBezTo>
                  <a:cubicBezTo>
                    <a:pt x="-67" y="16241"/>
                    <a:pt x="-67" y="15119"/>
                    <a:pt x="3" y="13996"/>
                  </a:cubicBezTo>
                  <a:cubicBezTo>
                    <a:pt x="242" y="12902"/>
                    <a:pt x="578" y="11822"/>
                    <a:pt x="985" y="10770"/>
                  </a:cubicBezTo>
                  <a:cubicBezTo>
                    <a:pt x="1406" y="9676"/>
                    <a:pt x="1967" y="8638"/>
                    <a:pt x="2669" y="7684"/>
                  </a:cubicBezTo>
                  <a:cubicBezTo>
                    <a:pt x="3243" y="6702"/>
                    <a:pt x="3959" y="5804"/>
                    <a:pt x="4773" y="5019"/>
                  </a:cubicBezTo>
                  <a:cubicBezTo>
                    <a:pt x="8953" y="922"/>
                    <a:pt x="14873" y="-859"/>
                    <a:pt x="20624" y="249"/>
                  </a:cubicBezTo>
                  <a:cubicBezTo>
                    <a:pt x="21746" y="431"/>
                    <a:pt x="22826" y="754"/>
                    <a:pt x="23850" y="1231"/>
                  </a:cubicBezTo>
                  <a:cubicBezTo>
                    <a:pt x="24945" y="1652"/>
                    <a:pt x="25983" y="2213"/>
                    <a:pt x="26937" y="2914"/>
                  </a:cubicBezTo>
                  <a:cubicBezTo>
                    <a:pt x="27919" y="3490"/>
                    <a:pt x="28816" y="4205"/>
                    <a:pt x="29602" y="5019"/>
                  </a:cubicBezTo>
                  <a:cubicBezTo>
                    <a:pt x="32856" y="8315"/>
                    <a:pt x="34722" y="12734"/>
                    <a:pt x="34792" y="17363"/>
                  </a:cubicBezTo>
                  <a:cubicBezTo>
                    <a:pt x="34722" y="22034"/>
                    <a:pt x="32871" y="26509"/>
                    <a:pt x="29602" y="29848"/>
                  </a:cubicBezTo>
                  <a:cubicBezTo>
                    <a:pt x="28775" y="30620"/>
                    <a:pt x="27890" y="31335"/>
                    <a:pt x="26937" y="31952"/>
                  </a:cubicBezTo>
                  <a:cubicBezTo>
                    <a:pt x="25983" y="32654"/>
                    <a:pt x="24945" y="33215"/>
                    <a:pt x="23850" y="33636"/>
                  </a:cubicBezTo>
                  <a:lnTo>
                    <a:pt x="20624" y="34618"/>
                  </a:lnTo>
                  <a:cubicBezTo>
                    <a:pt x="19614" y="34828"/>
                    <a:pt x="18576" y="34912"/>
                    <a:pt x="17538" y="34898"/>
                  </a:cubicBezTo>
                  <a:close/>
                </a:path>
              </a:pathLst>
            </a:custGeom>
            <a:solidFill>
              <a:srgbClr val="0094A5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2" name="Freeform: Shape 17701">
              <a:extLst>
                <a:ext uri="{FF2B5EF4-FFF2-40B4-BE49-F238E27FC236}">
                  <a16:creationId xmlns:a16="http://schemas.microsoft.com/office/drawing/2014/main" id="{1A7FCCB7-B304-76C7-8222-00C06D4B3AFB}"/>
                </a:ext>
              </a:extLst>
            </p:cNvPr>
            <p:cNvSpPr/>
            <p:nvPr/>
          </p:nvSpPr>
          <p:spPr>
            <a:xfrm>
              <a:off x="5873401" y="3327535"/>
              <a:ext cx="34578" cy="35112"/>
            </a:xfrm>
            <a:custGeom>
              <a:avLst/>
              <a:gdLst>
                <a:gd name="connsiteX0" fmla="*/ 17591 w 34578"/>
                <a:gd name="connsiteY0" fmla="*/ 35038 h 35112"/>
                <a:gd name="connsiteX1" fmla="*/ 5106 w 34578"/>
                <a:gd name="connsiteY1" fmla="*/ 29848 h 35112"/>
                <a:gd name="connsiteX2" fmla="*/ 56 w 34578"/>
                <a:gd name="connsiteY2" fmla="*/ 17503 h 35112"/>
                <a:gd name="connsiteX3" fmla="*/ 56 w 34578"/>
                <a:gd name="connsiteY3" fmla="*/ 13996 h 35112"/>
                <a:gd name="connsiteX4" fmla="*/ 1038 w 34578"/>
                <a:gd name="connsiteY4" fmla="*/ 10770 h 35112"/>
                <a:gd name="connsiteX5" fmla="*/ 2721 w 34578"/>
                <a:gd name="connsiteY5" fmla="*/ 7684 h 35112"/>
                <a:gd name="connsiteX6" fmla="*/ 4825 w 34578"/>
                <a:gd name="connsiteY6" fmla="*/ 5019 h 35112"/>
                <a:gd name="connsiteX7" fmla="*/ 20677 w 34578"/>
                <a:gd name="connsiteY7" fmla="*/ 249 h 35112"/>
                <a:gd name="connsiteX8" fmla="*/ 23903 w 34578"/>
                <a:gd name="connsiteY8" fmla="*/ 1231 h 35112"/>
                <a:gd name="connsiteX9" fmla="*/ 26989 w 34578"/>
                <a:gd name="connsiteY9" fmla="*/ 2914 h 35112"/>
                <a:gd name="connsiteX10" fmla="*/ 29655 w 34578"/>
                <a:gd name="connsiteY10" fmla="*/ 5019 h 35112"/>
                <a:gd name="connsiteX11" fmla="*/ 31899 w 34578"/>
                <a:gd name="connsiteY11" fmla="*/ 7684 h 35112"/>
                <a:gd name="connsiteX12" fmla="*/ 33442 w 34578"/>
                <a:gd name="connsiteY12" fmla="*/ 10770 h 35112"/>
                <a:gd name="connsiteX13" fmla="*/ 34424 w 34578"/>
                <a:gd name="connsiteY13" fmla="*/ 13996 h 35112"/>
                <a:gd name="connsiteX14" fmla="*/ 34424 w 34578"/>
                <a:gd name="connsiteY14" fmla="*/ 17503 h 35112"/>
                <a:gd name="connsiteX15" fmla="*/ 29234 w 34578"/>
                <a:gd name="connsiteY15" fmla="*/ 29848 h 35112"/>
                <a:gd name="connsiteX16" fmla="*/ 26569 w 34578"/>
                <a:gd name="connsiteY16" fmla="*/ 32092 h 35112"/>
                <a:gd name="connsiteX17" fmla="*/ 23482 w 34578"/>
                <a:gd name="connsiteY17" fmla="*/ 33636 h 35112"/>
                <a:gd name="connsiteX18" fmla="*/ 20256 w 34578"/>
                <a:gd name="connsiteY18" fmla="*/ 34618 h 3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578" h="35112">
                  <a:moveTo>
                    <a:pt x="17591" y="35038"/>
                  </a:moveTo>
                  <a:cubicBezTo>
                    <a:pt x="12905" y="34996"/>
                    <a:pt x="8430" y="33145"/>
                    <a:pt x="5106" y="29848"/>
                  </a:cubicBezTo>
                  <a:cubicBezTo>
                    <a:pt x="1865" y="26566"/>
                    <a:pt x="42" y="22119"/>
                    <a:pt x="56" y="17503"/>
                  </a:cubicBezTo>
                  <a:cubicBezTo>
                    <a:pt x="-85" y="16339"/>
                    <a:pt x="-85" y="15161"/>
                    <a:pt x="56" y="13996"/>
                  </a:cubicBezTo>
                  <a:cubicBezTo>
                    <a:pt x="294" y="12902"/>
                    <a:pt x="631" y="11822"/>
                    <a:pt x="1038" y="10770"/>
                  </a:cubicBezTo>
                  <a:cubicBezTo>
                    <a:pt x="1459" y="9676"/>
                    <a:pt x="2020" y="8638"/>
                    <a:pt x="2721" y="7684"/>
                  </a:cubicBezTo>
                  <a:cubicBezTo>
                    <a:pt x="3338" y="6730"/>
                    <a:pt x="4040" y="5832"/>
                    <a:pt x="4825" y="5019"/>
                  </a:cubicBezTo>
                  <a:cubicBezTo>
                    <a:pt x="9006" y="922"/>
                    <a:pt x="14925" y="-859"/>
                    <a:pt x="20677" y="249"/>
                  </a:cubicBezTo>
                  <a:lnTo>
                    <a:pt x="23903" y="1231"/>
                  </a:lnTo>
                  <a:cubicBezTo>
                    <a:pt x="24969" y="1708"/>
                    <a:pt x="26008" y="2269"/>
                    <a:pt x="26989" y="2914"/>
                  </a:cubicBezTo>
                  <a:cubicBezTo>
                    <a:pt x="27943" y="3532"/>
                    <a:pt x="28827" y="4247"/>
                    <a:pt x="29655" y="5019"/>
                  </a:cubicBezTo>
                  <a:cubicBezTo>
                    <a:pt x="30496" y="5860"/>
                    <a:pt x="31198" y="6842"/>
                    <a:pt x="31899" y="7684"/>
                  </a:cubicBezTo>
                  <a:cubicBezTo>
                    <a:pt x="32502" y="8666"/>
                    <a:pt x="33007" y="9704"/>
                    <a:pt x="33442" y="10770"/>
                  </a:cubicBezTo>
                  <a:cubicBezTo>
                    <a:pt x="33919" y="11794"/>
                    <a:pt x="34242" y="12888"/>
                    <a:pt x="34424" y="13996"/>
                  </a:cubicBezTo>
                  <a:cubicBezTo>
                    <a:pt x="34565" y="15161"/>
                    <a:pt x="34565" y="16339"/>
                    <a:pt x="34424" y="17503"/>
                  </a:cubicBezTo>
                  <a:cubicBezTo>
                    <a:pt x="34382" y="22147"/>
                    <a:pt x="32516" y="26580"/>
                    <a:pt x="29234" y="29848"/>
                  </a:cubicBezTo>
                  <a:lnTo>
                    <a:pt x="26569" y="32092"/>
                  </a:lnTo>
                  <a:lnTo>
                    <a:pt x="23482" y="33636"/>
                  </a:lnTo>
                  <a:cubicBezTo>
                    <a:pt x="22458" y="34113"/>
                    <a:pt x="21378" y="34435"/>
                    <a:pt x="20256" y="34618"/>
                  </a:cubicBezTo>
                  <a:close/>
                </a:path>
              </a:pathLst>
            </a:custGeom>
            <a:solidFill>
              <a:srgbClr val="00A690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3" name="Freeform: Shape 17702">
              <a:extLst>
                <a:ext uri="{FF2B5EF4-FFF2-40B4-BE49-F238E27FC236}">
                  <a16:creationId xmlns:a16="http://schemas.microsoft.com/office/drawing/2014/main" id="{C404A62B-524E-1C2B-F78F-1F2BF4F73CBC}"/>
                </a:ext>
              </a:extLst>
            </p:cNvPr>
            <p:cNvSpPr/>
            <p:nvPr/>
          </p:nvSpPr>
          <p:spPr>
            <a:xfrm>
              <a:off x="5873506" y="2890886"/>
              <a:ext cx="35069" cy="384366"/>
            </a:xfrm>
            <a:custGeom>
              <a:avLst/>
              <a:gdLst>
                <a:gd name="connsiteX0" fmla="*/ -49 w 35069"/>
                <a:gd name="connsiteY0" fmla="*/ 366758 h 384366"/>
                <a:gd name="connsiteX1" fmla="*/ 17486 w 35069"/>
                <a:gd name="connsiteY1" fmla="*/ 349223 h 384366"/>
                <a:gd name="connsiteX2" fmla="*/ 17486 w 35069"/>
                <a:gd name="connsiteY2" fmla="*/ 349223 h 384366"/>
                <a:gd name="connsiteX3" fmla="*/ 35020 w 35069"/>
                <a:gd name="connsiteY3" fmla="*/ 366758 h 384366"/>
                <a:gd name="connsiteX4" fmla="*/ 35020 w 35069"/>
                <a:gd name="connsiteY4" fmla="*/ 366758 h 384366"/>
                <a:gd name="connsiteX5" fmla="*/ 17486 w 35069"/>
                <a:gd name="connsiteY5" fmla="*/ 384293 h 384366"/>
                <a:gd name="connsiteX6" fmla="*/ 17486 w 35069"/>
                <a:gd name="connsiteY6" fmla="*/ 384293 h 384366"/>
                <a:gd name="connsiteX7" fmla="*/ -49 w 35069"/>
                <a:gd name="connsiteY7" fmla="*/ 366758 h 384366"/>
                <a:gd name="connsiteX8" fmla="*/ -49 w 35069"/>
                <a:gd name="connsiteY8" fmla="*/ 279504 h 384366"/>
                <a:gd name="connsiteX9" fmla="*/ 17486 w 35069"/>
                <a:gd name="connsiteY9" fmla="*/ 261969 h 384366"/>
                <a:gd name="connsiteX10" fmla="*/ 17486 w 35069"/>
                <a:gd name="connsiteY10" fmla="*/ 261969 h 384366"/>
                <a:gd name="connsiteX11" fmla="*/ 35020 w 35069"/>
                <a:gd name="connsiteY11" fmla="*/ 279504 h 384366"/>
                <a:gd name="connsiteX12" fmla="*/ 35020 w 35069"/>
                <a:gd name="connsiteY12" fmla="*/ 279504 h 384366"/>
                <a:gd name="connsiteX13" fmla="*/ 17626 w 35069"/>
                <a:gd name="connsiteY13" fmla="*/ 296899 h 384366"/>
                <a:gd name="connsiteX14" fmla="*/ 17486 w 35069"/>
                <a:gd name="connsiteY14" fmla="*/ 296899 h 384366"/>
                <a:gd name="connsiteX15" fmla="*/ 17486 w 35069"/>
                <a:gd name="connsiteY15" fmla="*/ 296899 h 384366"/>
                <a:gd name="connsiteX16" fmla="*/ -49 w 35069"/>
                <a:gd name="connsiteY16" fmla="*/ 279644 h 384366"/>
                <a:gd name="connsiteX17" fmla="*/ -49 w 35069"/>
                <a:gd name="connsiteY17" fmla="*/ 279504 h 384366"/>
                <a:gd name="connsiteX18" fmla="*/ -49 w 35069"/>
                <a:gd name="connsiteY18" fmla="*/ 192110 h 384366"/>
                <a:gd name="connsiteX19" fmla="*/ 17486 w 35069"/>
                <a:gd name="connsiteY19" fmla="*/ 174575 h 384366"/>
                <a:gd name="connsiteX20" fmla="*/ 17486 w 35069"/>
                <a:gd name="connsiteY20" fmla="*/ 174575 h 384366"/>
                <a:gd name="connsiteX21" fmla="*/ 35020 w 35069"/>
                <a:gd name="connsiteY21" fmla="*/ 192110 h 384366"/>
                <a:gd name="connsiteX22" fmla="*/ 35020 w 35069"/>
                <a:gd name="connsiteY22" fmla="*/ 192110 h 384366"/>
                <a:gd name="connsiteX23" fmla="*/ 17486 w 35069"/>
                <a:gd name="connsiteY23" fmla="*/ 209645 h 384366"/>
                <a:gd name="connsiteX24" fmla="*/ 17486 w 35069"/>
                <a:gd name="connsiteY24" fmla="*/ 209645 h 384366"/>
                <a:gd name="connsiteX25" fmla="*/ -49 w 35069"/>
                <a:gd name="connsiteY25" fmla="*/ 192110 h 384366"/>
                <a:gd name="connsiteX26" fmla="*/ -49 w 35069"/>
                <a:gd name="connsiteY26" fmla="*/ 104715 h 384366"/>
                <a:gd name="connsiteX27" fmla="*/ 17486 w 35069"/>
                <a:gd name="connsiteY27" fmla="*/ 87180 h 384366"/>
                <a:gd name="connsiteX28" fmla="*/ 17486 w 35069"/>
                <a:gd name="connsiteY28" fmla="*/ 87180 h 384366"/>
                <a:gd name="connsiteX29" fmla="*/ 35020 w 35069"/>
                <a:gd name="connsiteY29" fmla="*/ 104715 h 384366"/>
                <a:gd name="connsiteX30" fmla="*/ 35020 w 35069"/>
                <a:gd name="connsiteY30" fmla="*/ 104715 h 384366"/>
                <a:gd name="connsiteX31" fmla="*/ 17486 w 35069"/>
                <a:gd name="connsiteY31" fmla="*/ 122250 h 384366"/>
                <a:gd name="connsiteX32" fmla="*/ 17486 w 35069"/>
                <a:gd name="connsiteY32" fmla="*/ 122250 h 384366"/>
                <a:gd name="connsiteX33" fmla="*/ -49 w 35069"/>
                <a:gd name="connsiteY33" fmla="*/ 104996 h 384366"/>
                <a:gd name="connsiteX34" fmla="*/ -49 w 35069"/>
                <a:gd name="connsiteY34" fmla="*/ 17461 h 384366"/>
                <a:gd name="connsiteX35" fmla="*/ 17486 w 35069"/>
                <a:gd name="connsiteY35" fmla="*/ -74 h 384366"/>
                <a:gd name="connsiteX36" fmla="*/ 17486 w 35069"/>
                <a:gd name="connsiteY36" fmla="*/ -74 h 384366"/>
                <a:gd name="connsiteX37" fmla="*/ 35020 w 35069"/>
                <a:gd name="connsiteY37" fmla="*/ 17461 h 384366"/>
                <a:gd name="connsiteX38" fmla="*/ 35020 w 35069"/>
                <a:gd name="connsiteY38" fmla="*/ 17461 h 384366"/>
                <a:gd name="connsiteX39" fmla="*/ 17486 w 35069"/>
                <a:gd name="connsiteY39" fmla="*/ 34996 h 384366"/>
                <a:gd name="connsiteX40" fmla="*/ 17486 w 35069"/>
                <a:gd name="connsiteY40" fmla="*/ 34996 h 384366"/>
                <a:gd name="connsiteX41" fmla="*/ -49 w 35069"/>
                <a:gd name="connsiteY41" fmla="*/ 17461 h 38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5069" h="384366">
                  <a:moveTo>
                    <a:pt x="-49" y="366758"/>
                  </a:moveTo>
                  <a:cubicBezTo>
                    <a:pt x="-49" y="357079"/>
                    <a:pt x="7806" y="349223"/>
                    <a:pt x="17486" y="349223"/>
                  </a:cubicBezTo>
                  <a:lnTo>
                    <a:pt x="17486" y="349223"/>
                  </a:lnTo>
                  <a:cubicBezTo>
                    <a:pt x="27165" y="349223"/>
                    <a:pt x="35020" y="357079"/>
                    <a:pt x="35020" y="366758"/>
                  </a:cubicBezTo>
                  <a:lnTo>
                    <a:pt x="35020" y="366758"/>
                  </a:lnTo>
                  <a:cubicBezTo>
                    <a:pt x="35020" y="376437"/>
                    <a:pt x="27165" y="384293"/>
                    <a:pt x="17486" y="384293"/>
                  </a:cubicBezTo>
                  <a:lnTo>
                    <a:pt x="17486" y="384293"/>
                  </a:lnTo>
                  <a:cubicBezTo>
                    <a:pt x="7806" y="384293"/>
                    <a:pt x="-49" y="376437"/>
                    <a:pt x="-49" y="366758"/>
                  </a:cubicBezTo>
                  <a:close/>
                  <a:moveTo>
                    <a:pt x="-49" y="279504"/>
                  </a:moveTo>
                  <a:cubicBezTo>
                    <a:pt x="-49" y="269825"/>
                    <a:pt x="7806" y="261969"/>
                    <a:pt x="17486" y="261969"/>
                  </a:cubicBezTo>
                  <a:lnTo>
                    <a:pt x="17486" y="261969"/>
                  </a:lnTo>
                  <a:cubicBezTo>
                    <a:pt x="27165" y="261969"/>
                    <a:pt x="35020" y="269825"/>
                    <a:pt x="35020" y="279504"/>
                  </a:cubicBezTo>
                  <a:lnTo>
                    <a:pt x="35020" y="279504"/>
                  </a:lnTo>
                  <a:cubicBezTo>
                    <a:pt x="35020" y="289113"/>
                    <a:pt x="27235" y="296899"/>
                    <a:pt x="17626" y="296899"/>
                  </a:cubicBezTo>
                  <a:cubicBezTo>
                    <a:pt x="17584" y="296899"/>
                    <a:pt x="17528" y="296899"/>
                    <a:pt x="17486" y="296899"/>
                  </a:cubicBezTo>
                  <a:lnTo>
                    <a:pt x="17486" y="296899"/>
                  </a:lnTo>
                  <a:cubicBezTo>
                    <a:pt x="7876" y="296983"/>
                    <a:pt x="35" y="289253"/>
                    <a:pt x="-49" y="279644"/>
                  </a:cubicBezTo>
                  <a:cubicBezTo>
                    <a:pt x="-49" y="279602"/>
                    <a:pt x="-49" y="279546"/>
                    <a:pt x="-49" y="279504"/>
                  </a:cubicBezTo>
                  <a:close/>
                  <a:moveTo>
                    <a:pt x="-49" y="192110"/>
                  </a:moveTo>
                  <a:cubicBezTo>
                    <a:pt x="-49" y="182430"/>
                    <a:pt x="7806" y="174575"/>
                    <a:pt x="17486" y="174575"/>
                  </a:cubicBezTo>
                  <a:lnTo>
                    <a:pt x="17486" y="174575"/>
                  </a:lnTo>
                  <a:cubicBezTo>
                    <a:pt x="27165" y="174575"/>
                    <a:pt x="35020" y="182430"/>
                    <a:pt x="35020" y="192110"/>
                  </a:cubicBezTo>
                  <a:lnTo>
                    <a:pt x="35020" y="192110"/>
                  </a:lnTo>
                  <a:cubicBezTo>
                    <a:pt x="35020" y="201789"/>
                    <a:pt x="27165" y="209645"/>
                    <a:pt x="17486" y="209645"/>
                  </a:cubicBezTo>
                  <a:lnTo>
                    <a:pt x="17486" y="209645"/>
                  </a:lnTo>
                  <a:cubicBezTo>
                    <a:pt x="7806" y="209645"/>
                    <a:pt x="-49" y="201789"/>
                    <a:pt x="-49" y="192110"/>
                  </a:cubicBezTo>
                  <a:close/>
                  <a:moveTo>
                    <a:pt x="-49" y="104715"/>
                  </a:moveTo>
                  <a:cubicBezTo>
                    <a:pt x="-49" y="95036"/>
                    <a:pt x="7806" y="87180"/>
                    <a:pt x="17486" y="87180"/>
                  </a:cubicBezTo>
                  <a:lnTo>
                    <a:pt x="17486" y="87180"/>
                  </a:lnTo>
                  <a:cubicBezTo>
                    <a:pt x="27165" y="87180"/>
                    <a:pt x="35020" y="95036"/>
                    <a:pt x="35020" y="104715"/>
                  </a:cubicBezTo>
                  <a:lnTo>
                    <a:pt x="35020" y="104715"/>
                  </a:lnTo>
                  <a:cubicBezTo>
                    <a:pt x="35020" y="114395"/>
                    <a:pt x="27165" y="122250"/>
                    <a:pt x="17486" y="122250"/>
                  </a:cubicBezTo>
                  <a:lnTo>
                    <a:pt x="17486" y="122250"/>
                  </a:lnTo>
                  <a:cubicBezTo>
                    <a:pt x="7904" y="122250"/>
                    <a:pt x="105" y="114577"/>
                    <a:pt x="-49" y="104996"/>
                  </a:cubicBezTo>
                  <a:close/>
                  <a:moveTo>
                    <a:pt x="-49" y="17461"/>
                  </a:moveTo>
                  <a:cubicBezTo>
                    <a:pt x="-49" y="7782"/>
                    <a:pt x="7806" y="-74"/>
                    <a:pt x="17486" y="-74"/>
                  </a:cubicBezTo>
                  <a:lnTo>
                    <a:pt x="17486" y="-74"/>
                  </a:lnTo>
                  <a:cubicBezTo>
                    <a:pt x="27165" y="-74"/>
                    <a:pt x="35020" y="7782"/>
                    <a:pt x="35020" y="17461"/>
                  </a:cubicBezTo>
                  <a:lnTo>
                    <a:pt x="35020" y="17461"/>
                  </a:lnTo>
                  <a:cubicBezTo>
                    <a:pt x="35020" y="27140"/>
                    <a:pt x="27165" y="34996"/>
                    <a:pt x="17486" y="34996"/>
                  </a:cubicBezTo>
                  <a:lnTo>
                    <a:pt x="17486" y="34996"/>
                  </a:lnTo>
                  <a:cubicBezTo>
                    <a:pt x="7806" y="34996"/>
                    <a:pt x="-49" y="27140"/>
                    <a:pt x="-49" y="1746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4" name="Freeform: Shape 17703">
              <a:extLst>
                <a:ext uri="{FF2B5EF4-FFF2-40B4-BE49-F238E27FC236}">
                  <a16:creationId xmlns:a16="http://schemas.microsoft.com/office/drawing/2014/main" id="{4E193844-0419-CC5E-9599-21E3F9CC9CD4}"/>
                </a:ext>
              </a:extLst>
            </p:cNvPr>
            <p:cNvSpPr/>
            <p:nvPr/>
          </p:nvSpPr>
          <p:spPr>
            <a:xfrm>
              <a:off x="5873681" y="2803762"/>
              <a:ext cx="34578" cy="34799"/>
            </a:xfrm>
            <a:custGeom>
              <a:avLst/>
              <a:gdLst>
                <a:gd name="connsiteX0" fmla="*/ 17310 w 34578"/>
                <a:gd name="connsiteY0" fmla="*/ 34726 h 34799"/>
                <a:gd name="connsiteX1" fmla="*/ 13803 w 34578"/>
                <a:gd name="connsiteY1" fmla="*/ 34726 h 34799"/>
                <a:gd name="connsiteX2" fmla="*/ 10577 w 34578"/>
                <a:gd name="connsiteY2" fmla="*/ 33744 h 34799"/>
                <a:gd name="connsiteX3" fmla="*/ 7491 w 34578"/>
                <a:gd name="connsiteY3" fmla="*/ 32061 h 34799"/>
                <a:gd name="connsiteX4" fmla="*/ 4825 w 34578"/>
                <a:gd name="connsiteY4" fmla="*/ 29957 h 34799"/>
                <a:gd name="connsiteX5" fmla="*/ 2721 w 34578"/>
                <a:gd name="connsiteY5" fmla="*/ 27291 h 34799"/>
                <a:gd name="connsiteX6" fmla="*/ 1038 w 34578"/>
                <a:gd name="connsiteY6" fmla="*/ 24205 h 34799"/>
                <a:gd name="connsiteX7" fmla="*/ 56 w 34578"/>
                <a:gd name="connsiteY7" fmla="*/ 20979 h 34799"/>
                <a:gd name="connsiteX8" fmla="*/ 56 w 34578"/>
                <a:gd name="connsiteY8" fmla="*/ 17472 h 34799"/>
                <a:gd name="connsiteX9" fmla="*/ 56 w 34578"/>
                <a:gd name="connsiteY9" fmla="*/ 14105 h 34799"/>
                <a:gd name="connsiteX10" fmla="*/ 1038 w 34578"/>
                <a:gd name="connsiteY10" fmla="*/ 10738 h 34799"/>
                <a:gd name="connsiteX11" fmla="*/ 2721 w 34578"/>
                <a:gd name="connsiteY11" fmla="*/ 7792 h 34799"/>
                <a:gd name="connsiteX12" fmla="*/ 4825 w 34578"/>
                <a:gd name="connsiteY12" fmla="*/ 5127 h 34799"/>
                <a:gd name="connsiteX13" fmla="*/ 7491 w 34578"/>
                <a:gd name="connsiteY13" fmla="*/ 2882 h 34799"/>
                <a:gd name="connsiteX14" fmla="*/ 10577 w 34578"/>
                <a:gd name="connsiteY14" fmla="*/ 1339 h 34799"/>
                <a:gd name="connsiteX15" fmla="*/ 13803 w 34578"/>
                <a:gd name="connsiteY15" fmla="*/ 357 h 34799"/>
                <a:gd name="connsiteX16" fmla="*/ 20677 w 34578"/>
                <a:gd name="connsiteY16" fmla="*/ 357 h 34799"/>
                <a:gd name="connsiteX17" fmla="*/ 23903 w 34578"/>
                <a:gd name="connsiteY17" fmla="*/ 1339 h 34799"/>
                <a:gd name="connsiteX18" fmla="*/ 26989 w 34578"/>
                <a:gd name="connsiteY18" fmla="*/ 2882 h 34799"/>
                <a:gd name="connsiteX19" fmla="*/ 29655 w 34578"/>
                <a:gd name="connsiteY19" fmla="*/ 5127 h 34799"/>
                <a:gd name="connsiteX20" fmla="*/ 31899 w 34578"/>
                <a:gd name="connsiteY20" fmla="*/ 7792 h 34799"/>
                <a:gd name="connsiteX21" fmla="*/ 33442 w 34578"/>
                <a:gd name="connsiteY21" fmla="*/ 10738 h 34799"/>
                <a:gd name="connsiteX22" fmla="*/ 34424 w 34578"/>
                <a:gd name="connsiteY22" fmla="*/ 14105 h 34799"/>
                <a:gd name="connsiteX23" fmla="*/ 34424 w 34578"/>
                <a:gd name="connsiteY23" fmla="*/ 17472 h 34799"/>
                <a:gd name="connsiteX24" fmla="*/ 34424 w 34578"/>
                <a:gd name="connsiteY24" fmla="*/ 20979 h 34799"/>
                <a:gd name="connsiteX25" fmla="*/ 33442 w 34578"/>
                <a:gd name="connsiteY25" fmla="*/ 24205 h 34799"/>
                <a:gd name="connsiteX26" fmla="*/ 31899 w 34578"/>
                <a:gd name="connsiteY26" fmla="*/ 27291 h 34799"/>
                <a:gd name="connsiteX27" fmla="*/ 29655 w 34578"/>
                <a:gd name="connsiteY27" fmla="*/ 29957 h 34799"/>
                <a:gd name="connsiteX28" fmla="*/ 26989 w 34578"/>
                <a:gd name="connsiteY28" fmla="*/ 32061 h 34799"/>
                <a:gd name="connsiteX29" fmla="*/ 23903 w 34578"/>
                <a:gd name="connsiteY29" fmla="*/ 33744 h 34799"/>
                <a:gd name="connsiteX30" fmla="*/ 20677 w 34578"/>
                <a:gd name="connsiteY30" fmla="*/ 34726 h 3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578" h="34799">
                  <a:moveTo>
                    <a:pt x="17310" y="34726"/>
                  </a:moveTo>
                  <a:lnTo>
                    <a:pt x="13803" y="34726"/>
                  </a:lnTo>
                  <a:lnTo>
                    <a:pt x="10577" y="33744"/>
                  </a:lnTo>
                  <a:cubicBezTo>
                    <a:pt x="9511" y="33267"/>
                    <a:pt x="8473" y="32706"/>
                    <a:pt x="7491" y="32061"/>
                  </a:cubicBezTo>
                  <a:lnTo>
                    <a:pt x="4825" y="29957"/>
                  </a:lnTo>
                  <a:lnTo>
                    <a:pt x="2721" y="27291"/>
                  </a:lnTo>
                  <a:cubicBezTo>
                    <a:pt x="2020" y="26337"/>
                    <a:pt x="1459" y="25299"/>
                    <a:pt x="1038" y="24205"/>
                  </a:cubicBezTo>
                  <a:cubicBezTo>
                    <a:pt x="645" y="23153"/>
                    <a:pt x="322" y="22073"/>
                    <a:pt x="56" y="20979"/>
                  </a:cubicBezTo>
                  <a:cubicBezTo>
                    <a:pt x="-85" y="19814"/>
                    <a:pt x="-85" y="18636"/>
                    <a:pt x="56" y="17472"/>
                  </a:cubicBezTo>
                  <a:cubicBezTo>
                    <a:pt x="-85" y="16349"/>
                    <a:pt x="-85" y="15227"/>
                    <a:pt x="56" y="14105"/>
                  </a:cubicBezTo>
                  <a:cubicBezTo>
                    <a:pt x="322" y="12969"/>
                    <a:pt x="645" y="11846"/>
                    <a:pt x="1038" y="10738"/>
                  </a:cubicBezTo>
                  <a:cubicBezTo>
                    <a:pt x="1487" y="9700"/>
                    <a:pt x="2062" y="8704"/>
                    <a:pt x="2721" y="7792"/>
                  </a:cubicBezTo>
                  <a:cubicBezTo>
                    <a:pt x="3338" y="6839"/>
                    <a:pt x="4054" y="5955"/>
                    <a:pt x="4825" y="5127"/>
                  </a:cubicBezTo>
                  <a:lnTo>
                    <a:pt x="7491" y="2882"/>
                  </a:lnTo>
                  <a:cubicBezTo>
                    <a:pt x="8473" y="2279"/>
                    <a:pt x="9511" y="1774"/>
                    <a:pt x="10577" y="1339"/>
                  </a:cubicBezTo>
                  <a:cubicBezTo>
                    <a:pt x="11601" y="862"/>
                    <a:pt x="12681" y="540"/>
                    <a:pt x="13803" y="357"/>
                  </a:cubicBezTo>
                  <a:cubicBezTo>
                    <a:pt x="16062" y="-218"/>
                    <a:pt x="18418" y="-218"/>
                    <a:pt x="20677" y="357"/>
                  </a:cubicBezTo>
                  <a:cubicBezTo>
                    <a:pt x="21799" y="540"/>
                    <a:pt x="22879" y="862"/>
                    <a:pt x="23903" y="1339"/>
                  </a:cubicBezTo>
                  <a:cubicBezTo>
                    <a:pt x="24969" y="1774"/>
                    <a:pt x="26008" y="2279"/>
                    <a:pt x="26989" y="2882"/>
                  </a:cubicBezTo>
                  <a:lnTo>
                    <a:pt x="29655" y="5127"/>
                  </a:lnTo>
                  <a:cubicBezTo>
                    <a:pt x="30482" y="5955"/>
                    <a:pt x="31226" y="6839"/>
                    <a:pt x="31899" y="7792"/>
                  </a:cubicBezTo>
                  <a:cubicBezTo>
                    <a:pt x="32474" y="8746"/>
                    <a:pt x="32979" y="9728"/>
                    <a:pt x="33442" y="10738"/>
                  </a:cubicBezTo>
                  <a:cubicBezTo>
                    <a:pt x="33891" y="11818"/>
                    <a:pt x="34228" y="12955"/>
                    <a:pt x="34424" y="14105"/>
                  </a:cubicBezTo>
                  <a:cubicBezTo>
                    <a:pt x="34565" y="15227"/>
                    <a:pt x="34565" y="16349"/>
                    <a:pt x="34424" y="17472"/>
                  </a:cubicBezTo>
                  <a:cubicBezTo>
                    <a:pt x="34565" y="18636"/>
                    <a:pt x="34565" y="19814"/>
                    <a:pt x="34424" y="20979"/>
                  </a:cubicBezTo>
                  <a:cubicBezTo>
                    <a:pt x="34228" y="22087"/>
                    <a:pt x="33905" y="23167"/>
                    <a:pt x="33442" y="24205"/>
                  </a:cubicBezTo>
                  <a:cubicBezTo>
                    <a:pt x="33007" y="25271"/>
                    <a:pt x="32502" y="26309"/>
                    <a:pt x="31899" y="27291"/>
                  </a:cubicBezTo>
                  <a:cubicBezTo>
                    <a:pt x="31899" y="28133"/>
                    <a:pt x="30496" y="29115"/>
                    <a:pt x="29655" y="29957"/>
                  </a:cubicBezTo>
                  <a:lnTo>
                    <a:pt x="26989" y="32061"/>
                  </a:lnTo>
                  <a:cubicBezTo>
                    <a:pt x="26008" y="32706"/>
                    <a:pt x="24969" y="33267"/>
                    <a:pt x="23903" y="33744"/>
                  </a:cubicBezTo>
                  <a:lnTo>
                    <a:pt x="20677" y="34726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5" name="Freeform: Shape 17704">
              <a:extLst>
                <a:ext uri="{FF2B5EF4-FFF2-40B4-BE49-F238E27FC236}">
                  <a16:creationId xmlns:a16="http://schemas.microsoft.com/office/drawing/2014/main" id="{F1DC0CF3-416E-16B3-773D-3A7A34110650}"/>
                </a:ext>
              </a:extLst>
            </p:cNvPr>
            <p:cNvSpPr/>
            <p:nvPr/>
          </p:nvSpPr>
          <p:spPr>
            <a:xfrm>
              <a:off x="5951080" y="2803491"/>
              <a:ext cx="3407772" cy="37157"/>
            </a:xfrm>
            <a:custGeom>
              <a:avLst/>
              <a:gdLst>
                <a:gd name="connsiteX0" fmla="*/ 3366668 w 3401787"/>
                <a:gd name="connsiteY0" fmla="*/ 17462 h 35070"/>
                <a:gd name="connsiteX1" fmla="*/ 3384203 w 3401787"/>
                <a:gd name="connsiteY1" fmla="*/ -73 h 35070"/>
                <a:gd name="connsiteX2" fmla="*/ 3384203 w 3401787"/>
                <a:gd name="connsiteY2" fmla="*/ -73 h 35070"/>
                <a:gd name="connsiteX3" fmla="*/ 3401738 w 3401787"/>
                <a:gd name="connsiteY3" fmla="*/ 17462 h 35070"/>
                <a:gd name="connsiteX4" fmla="*/ 3401738 w 3401787"/>
                <a:gd name="connsiteY4" fmla="*/ 17462 h 35070"/>
                <a:gd name="connsiteX5" fmla="*/ 3384203 w 3401787"/>
                <a:gd name="connsiteY5" fmla="*/ 34997 h 35070"/>
                <a:gd name="connsiteX6" fmla="*/ 3384203 w 3401787"/>
                <a:gd name="connsiteY6" fmla="*/ 34997 h 35070"/>
                <a:gd name="connsiteX7" fmla="*/ 3366668 w 3401787"/>
                <a:gd name="connsiteY7" fmla="*/ 17462 h 35070"/>
                <a:gd name="connsiteX8" fmla="*/ 3282500 w 3401787"/>
                <a:gd name="connsiteY8" fmla="*/ 17462 h 35070"/>
                <a:gd name="connsiteX9" fmla="*/ 3300035 w 3401787"/>
                <a:gd name="connsiteY9" fmla="*/ -73 h 35070"/>
                <a:gd name="connsiteX10" fmla="*/ 3300035 w 3401787"/>
                <a:gd name="connsiteY10" fmla="*/ -73 h 35070"/>
                <a:gd name="connsiteX11" fmla="*/ 3317570 w 3401787"/>
                <a:gd name="connsiteY11" fmla="*/ 17462 h 35070"/>
                <a:gd name="connsiteX12" fmla="*/ 3317570 w 3401787"/>
                <a:gd name="connsiteY12" fmla="*/ 17462 h 35070"/>
                <a:gd name="connsiteX13" fmla="*/ 3300035 w 3401787"/>
                <a:gd name="connsiteY13" fmla="*/ 34997 h 35070"/>
                <a:gd name="connsiteX14" fmla="*/ 3300035 w 3401787"/>
                <a:gd name="connsiteY14" fmla="*/ 34997 h 35070"/>
                <a:gd name="connsiteX15" fmla="*/ 3282640 w 3401787"/>
                <a:gd name="connsiteY15" fmla="*/ 17462 h 35070"/>
                <a:gd name="connsiteX16" fmla="*/ 3198332 w 3401787"/>
                <a:gd name="connsiteY16" fmla="*/ 17462 h 35070"/>
                <a:gd name="connsiteX17" fmla="*/ 3215867 w 3401787"/>
                <a:gd name="connsiteY17" fmla="*/ -73 h 35070"/>
                <a:gd name="connsiteX18" fmla="*/ 3215867 w 3401787"/>
                <a:gd name="connsiteY18" fmla="*/ -73 h 35070"/>
                <a:gd name="connsiteX19" fmla="*/ 3233402 w 3401787"/>
                <a:gd name="connsiteY19" fmla="*/ 17462 h 35070"/>
                <a:gd name="connsiteX20" fmla="*/ 3233402 w 3401787"/>
                <a:gd name="connsiteY20" fmla="*/ 17462 h 35070"/>
                <a:gd name="connsiteX21" fmla="*/ 3215867 w 3401787"/>
                <a:gd name="connsiteY21" fmla="*/ 34997 h 35070"/>
                <a:gd name="connsiteX22" fmla="*/ 3215867 w 3401787"/>
                <a:gd name="connsiteY22" fmla="*/ 34997 h 35070"/>
                <a:gd name="connsiteX23" fmla="*/ 3198612 w 3401787"/>
                <a:gd name="connsiteY23" fmla="*/ 17462 h 35070"/>
                <a:gd name="connsiteX24" fmla="*/ 3114164 w 3401787"/>
                <a:gd name="connsiteY24" fmla="*/ 17462 h 35070"/>
                <a:gd name="connsiteX25" fmla="*/ 3131839 w 3401787"/>
                <a:gd name="connsiteY25" fmla="*/ -73 h 35070"/>
                <a:gd name="connsiteX26" fmla="*/ 3131839 w 3401787"/>
                <a:gd name="connsiteY26" fmla="*/ -73 h 35070"/>
                <a:gd name="connsiteX27" fmla="*/ 3149234 w 3401787"/>
                <a:gd name="connsiteY27" fmla="*/ 17462 h 35070"/>
                <a:gd name="connsiteX28" fmla="*/ 3149234 w 3401787"/>
                <a:gd name="connsiteY28" fmla="*/ 17462 h 35070"/>
                <a:gd name="connsiteX29" fmla="*/ 3131839 w 3401787"/>
                <a:gd name="connsiteY29" fmla="*/ 34997 h 35070"/>
                <a:gd name="connsiteX30" fmla="*/ 3131839 w 3401787"/>
                <a:gd name="connsiteY30" fmla="*/ 34997 h 35070"/>
                <a:gd name="connsiteX31" fmla="*/ 3114585 w 3401787"/>
                <a:gd name="connsiteY31" fmla="*/ 17462 h 35070"/>
                <a:gd name="connsiteX32" fmla="*/ 3029996 w 3401787"/>
                <a:gd name="connsiteY32" fmla="*/ 17462 h 35070"/>
                <a:gd name="connsiteX33" fmla="*/ 3047531 w 3401787"/>
                <a:gd name="connsiteY33" fmla="*/ -73 h 35070"/>
                <a:gd name="connsiteX34" fmla="*/ 3047531 w 3401787"/>
                <a:gd name="connsiteY34" fmla="*/ -73 h 35070"/>
                <a:gd name="connsiteX35" fmla="*/ 3065066 w 3401787"/>
                <a:gd name="connsiteY35" fmla="*/ 17462 h 35070"/>
                <a:gd name="connsiteX36" fmla="*/ 3065066 w 3401787"/>
                <a:gd name="connsiteY36" fmla="*/ 17462 h 35070"/>
                <a:gd name="connsiteX37" fmla="*/ 3047531 w 3401787"/>
                <a:gd name="connsiteY37" fmla="*/ 34997 h 35070"/>
                <a:gd name="connsiteX38" fmla="*/ 3047531 w 3401787"/>
                <a:gd name="connsiteY38" fmla="*/ 34997 h 35070"/>
                <a:gd name="connsiteX39" fmla="*/ 3030697 w 3401787"/>
                <a:gd name="connsiteY39" fmla="*/ 17462 h 35070"/>
                <a:gd name="connsiteX40" fmla="*/ 2945828 w 3401787"/>
                <a:gd name="connsiteY40" fmla="*/ 17462 h 35070"/>
                <a:gd name="connsiteX41" fmla="*/ 2963363 w 3401787"/>
                <a:gd name="connsiteY41" fmla="*/ -73 h 35070"/>
                <a:gd name="connsiteX42" fmla="*/ 2963363 w 3401787"/>
                <a:gd name="connsiteY42" fmla="*/ -73 h 35070"/>
                <a:gd name="connsiteX43" fmla="*/ 2980898 w 3401787"/>
                <a:gd name="connsiteY43" fmla="*/ 17462 h 35070"/>
                <a:gd name="connsiteX44" fmla="*/ 2980898 w 3401787"/>
                <a:gd name="connsiteY44" fmla="*/ 17462 h 35070"/>
                <a:gd name="connsiteX45" fmla="*/ 2963363 w 3401787"/>
                <a:gd name="connsiteY45" fmla="*/ 34997 h 35070"/>
                <a:gd name="connsiteX46" fmla="*/ 2963363 w 3401787"/>
                <a:gd name="connsiteY46" fmla="*/ 34997 h 35070"/>
                <a:gd name="connsiteX47" fmla="*/ 2946670 w 3401787"/>
                <a:gd name="connsiteY47" fmla="*/ 17462 h 35070"/>
                <a:gd name="connsiteX48" fmla="*/ 2861660 w 3401787"/>
                <a:gd name="connsiteY48" fmla="*/ 17462 h 35070"/>
                <a:gd name="connsiteX49" fmla="*/ 2879195 w 3401787"/>
                <a:gd name="connsiteY49" fmla="*/ -73 h 35070"/>
                <a:gd name="connsiteX50" fmla="*/ 2879195 w 3401787"/>
                <a:gd name="connsiteY50" fmla="*/ -73 h 35070"/>
                <a:gd name="connsiteX51" fmla="*/ 2896730 w 3401787"/>
                <a:gd name="connsiteY51" fmla="*/ 17462 h 35070"/>
                <a:gd name="connsiteX52" fmla="*/ 2896730 w 3401787"/>
                <a:gd name="connsiteY52" fmla="*/ 17462 h 35070"/>
                <a:gd name="connsiteX53" fmla="*/ 2879195 w 3401787"/>
                <a:gd name="connsiteY53" fmla="*/ 34997 h 35070"/>
                <a:gd name="connsiteX54" fmla="*/ 2879195 w 3401787"/>
                <a:gd name="connsiteY54" fmla="*/ 34997 h 35070"/>
                <a:gd name="connsiteX55" fmla="*/ 2862642 w 3401787"/>
                <a:gd name="connsiteY55" fmla="*/ 17462 h 35070"/>
                <a:gd name="connsiteX56" fmla="*/ 2777492 w 3401787"/>
                <a:gd name="connsiteY56" fmla="*/ 17462 h 35070"/>
                <a:gd name="connsiteX57" fmla="*/ 2795027 w 3401787"/>
                <a:gd name="connsiteY57" fmla="*/ -73 h 35070"/>
                <a:gd name="connsiteX58" fmla="*/ 2795027 w 3401787"/>
                <a:gd name="connsiteY58" fmla="*/ -73 h 35070"/>
                <a:gd name="connsiteX59" fmla="*/ 2812562 w 3401787"/>
                <a:gd name="connsiteY59" fmla="*/ 17462 h 35070"/>
                <a:gd name="connsiteX60" fmla="*/ 2812562 w 3401787"/>
                <a:gd name="connsiteY60" fmla="*/ 17462 h 35070"/>
                <a:gd name="connsiteX61" fmla="*/ 2795027 w 3401787"/>
                <a:gd name="connsiteY61" fmla="*/ 34997 h 35070"/>
                <a:gd name="connsiteX62" fmla="*/ 2795027 w 3401787"/>
                <a:gd name="connsiteY62" fmla="*/ 34997 h 35070"/>
                <a:gd name="connsiteX63" fmla="*/ 2778614 w 3401787"/>
                <a:gd name="connsiteY63" fmla="*/ 17462 h 35070"/>
                <a:gd name="connsiteX64" fmla="*/ 2693324 w 3401787"/>
                <a:gd name="connsiteY64" fmla="*/ 17462 h 35070"/>
                <a:gd name="connsiteX65" fmla="*/ 2710859 w 3401787"/>
                <a:gd name="connsiteY65" fmla="*/ -73 h 35070"/>
                <a:gd name="connsiteX66" fmla="*/ 2710859 w 3401787"/>
                <a:gd name="connsiteY66" fmla="*/ -73 h 35070"/>
                <a:gd name="connsiteX67" fmla="*/ 2728394 w 3401787"/>
                <a:gd name="connsiteY67" fmla="*/ 17462 h 35070"/>
                <a:gd name="connsiteX68" fmla="*/ 2728394 w 3401787"/>
                <a:gd name="connsiteY68" fmla="*/ 17462 h 35070"/>
                <a:gd name="connsiteX69" fmla="*/ 2710859 w 3401787"/>
                <a:gd name="connsiteY69" fmla="*/ 34997 h 35070"/>
                <a:gd name="connsiteX70" fmla="*/ 2710859 w 3401787"/>
                <a:gd name="connsiteY70" fmla="*/ 34997 h 35070"/>
                <a:gd name="connsiteX71" fmla="*/ 2694587 w 3401787"/>
                <a:gd name="connsiteY71" fmla="*/ 17462 h 35070"/>
                <a:gd name="connsiteX72" fmla="*/ 2609157 w 3401787"/>
                <a:gd name="connsiteY72" fmla="*/ 17462 h 35070"/>
                <a:gd name="connsiteX73" fmla="*/ 2626692 w 3401787"/>
                <a:gd name="connsiteY73" fmla="*/ -73 h 35070"/>
                <a:gd name="connsiteX74" fmla="*/ 2626692 w 3401787"/>
                <a:gd name="connsiteY74" fmla="*/ -73 h 35070"/>
                <a:gd name="connsiteX75" fmla="*/ 2644227 w 3401787"/>
                <a:gd name="connsiteY75" fmla="*/ 17462 h 35070"/>
                <a:gd name="connsiteX76" fmla="*/ 2644227 w 3401787"/>
                <a:gd name="connsiteY76" fmla="*/ 17462 h 35070"/>
                <a:gd name="connsiteX77" fmla="*/ 2626692 w 3401787"/>
                <a:gd name="connsiteY77" fmla="*/ 34997 h 35070"/>
                <a:gd name="connsiteX78" fmla="*/ 2626692 w 3401787"/>
                <a:gd name="connsiteY78" fmla="*/ 34997 h 35070"/>
                <a:gd name="connsiteX79" fmla="*/ 2610559 w 3401787"/>
                <a:gd name="connsiteY79" fmla="*/ 17462 h 35070"/>
                <a:gd name="connsiteX80" fmla="*/ 2524989 w 3401787"/>
                <a:gd name="connsiteY80" fmla="*/ 17462 h 35070"/>
                <a:gd name="connsiteX81" fmla="*/ 2542524 w 3401787"/>
                <a:gd name="connsiteY81" fmla="*/ -73 h 35070"/>
                <a:gd name="connsiteX82" fmla="*/ 2542524 w 3401787"/>
                <a:gd name="connsiteY82" fmla="*/ -73 h 35070"/>
                <a:gd name="connsiteX83" fmla="*/ 2560199 w 3401787"/>
                <a:gd name="connsiteY83" fmla="*/ 17462 h 35070"/>
                <a:gd name="connsiteX84" fmla="*/ 2560199 w 3401787"/>
                <a:gd name="connsiteY84" fmla="*/ 17462 h 35070"/>
                <a:gd name="connsiteX85" fmla="*/ 2542524 w 3401787"/>
                <a:gd name="connsiteY85" fmla="*/ 34997 h 35070"/>
                <a:gd name="connsiteX86" fmla="*/ 2542524 w 3401787"/>
                <a:gd name="connsiteY86" fmla="*/ 34997 h 35070"/>
                <a:gd name="connsiteX87" fmla="*/ 2526532 w 3401787"/>
                <a:gd name="connsiteY87" fmla="*/ 17462 h 35070"/>
                <a:gd name="connsiteX88" fmla="*/ 2440821 w 3401787"/>
                <a:gd name="connsiteY88" fmla="*/ 17462 h 35070"/>
                <a:gd name="connsiteX89" fmla="*/ 2458356 w 3401787"/>
                <a:gd name="connsiteY89" fmla="*/ -73 h 35070"/>
                <a:gd name="connsiteX90" fmla="*/ 2458356 w 3401787"/>
                <a:gd name="connsiteY90" fmla="*/ -73 h 35070"/>
                <a:gd name="connsiteX91" fmla="*/ 2475891 w 3401787"/>
                <a:gd name="connsiteY91" fmla="*/ 17462 h 35070"/>
                <a:gd name="connsiteX92" fmla="*/ 2475891 w 3401787"/>
                <a:gd name="connsiteY92" fmla="*/ 17462 h 35070"/>
                <a:gd name="connsiteX93" fmla="*/ 2458356 w 3401787"/>
                <a:gd name="connsiteY93" fmla="*/ 34997 h 35070"/>
                <a:gd name="connsiteX94" fmla="*/ 2458356 w 3401787"/>
                <a:gd name="connsiteY94" fmla="*/ 34997 h 35070"/>
                <a:gd name="connsiteX95" fmla="*/ 2442644 w 3401787"/>
                <a:gd name="connsiteY95" fmla="*/ 17462 h 35070"/>
                <a:gd name="connsiteX96" fmla="*/ 2356653 w 3401787"/>
                <a:gd name="connsiteY96" fmla="*/ 17462 h 35070"/>
                <a:gd name="connsiteX97" fmla="*/ 2374188 w 3401787"/>
                <a:gd name="connsiteY97" fmla="*/ -73 h 35070"/>
                <a:gd name="connsiteX98" fmla="*/ 2374188 w 3401787"/>
                <a:gd name="connsiteY98" fmla="*/ -73 h 35070"/>
                <a:gd name="connsiteX99" fmla="*/ 2391723 w 3401787"/>
                <a:gd name="connsiteY99" fmla="*/ 17462 h 35070"/>
                <a:gd name="connsiteX100" fmla="*/ 2391723 w 3401787"/>
                <a:gd name="connsiteY100" fmla="*/ 17462 h 35070"/>
                <a:gd name="connsiteX101" fmla="*/ 2374188 w 3401787"/>
                <a:gd name="connsiteY101" fmla="*/ 34997 h 35070"/>
                <a:gd name="connsiteX102" fmla="*/ 2374188 w 3401787"/>
                <a:gd name="connsiteY102" fmla="*/ 34997 h 35070"/>
                <a:gd name="connsiteX103" fmla="*/ 2358617 w 3401787"/>
                <a:gd name="connsiteY103" fmla="*/ 17462 h 35070"/>
                <a:gd name="connsiteX104" fmla="*/ 2272485 w 3401787"/>
                <a:gd name="connsiteY104" fmla="*/ 17462 h 35070"/>
                <a:gd name="connsiteX105" fmla="*/ 2290020 w 3401787"/>
                <a:gd name="connsiteY105" fmla="*/ -73 h 35070"/>
                <a:gd name="connsiteX106" fmla="*/ 2290020 w 3401787"/>
                <a:gd name="connsiteY106" fmla="*/ -73 h 35070"/>
                <a:gd name="connsiteX107" fmla="*/ 2307555 w 3401787"/>
                <a:gd name="connsiteY107" fmla="*/ 17462 h 35070"/>
                <a:gd name="connsiteX108" fmla="*/ 2307555 w 3401787"/>
                <a:gd name="connsiteY108" fmla="*/ 17462 h 35070"/>
                <a:gd name="connsiteX109" fmla="*/ 2290020 w 3401787"/>
                <a:gd name="connsiteY109" fmla="*/ 34997 h 35070"/>
                <a:gd name="connsiteX110" fmla="*/ 2290020 w 3401787"/>
                <a:gd name="connsiteY110" fmla="*/ 34997 h 35070"/>
                <a:gd name="connsiteX111" fmla="*/ 2274589 w 3401787"/>
                <a:gd name="connsiteY111" fmla="*/ 17462 h 35070"/>
                <a:gd name="connsiteX112" fmla="*/ 2188317 w 3401787"/>
                <a:gd name="connsiteY112" fmla="*/ 17462 h 35070"/>
                <a:gd name="connsiteX113" fmla="*/ 2205852 w 3401787"/>
                <a:gd name="connsiteY113" fmla="*/ -73 h 35070"/>
                <a:gd name="connsiteX114" fmla="*/ 2205852 w 3401787"/>
                <a:gd name="connsiteY114" fmla="*/ -73 h 35070"/>
                <a:gd name="connsiteX115" fmla="*/ 2223387 w 3401787"/>
                <a:gd name="connsiteY115" fmla="*/ 17462 h 35070"/>
                <a:gd name="connsiteX116" fmla="*/ 2223387 w 3401787"/>
                <a:gd name="connsiteY116" fmla="*/ 17462 h 35070"/>
                <a:gd name="connsiteX117" fmla="*/ 2205852 w 3401787"/>
                <a:gd name="connsiteY117" fmla="*/ 34997 h 35070"/>
                <a:gd name="connsiteX118" fmla="*/ 2205852 w 3401787"/>
                <a:gd name="connsiteY118" fmla="*/ 34997 h 35070"/>
                <a:gd name="connsiteX119" fmla="*/ 2190562 w 3401787"/>
                <a:gd name="connsiteY119" fmla="*/ 17462 h 35070"/>
                <a:gd name="connsiteX120" fmla="*/ 2104149 w 3401787"/>
                <a:gd name="connsiteY120" fmla="*/ 17462 h 35070"/>
                <a:gd name="connsiteX121" fmla="*/ 2121684 w 3401787"/>
                <a:gd name="connsiteY121" fmla="*/ -73 h 35070"/>
                <a:gd name="connsiteX122" fmla="*/ 2121684 w 3401787"/>
                <a:gd name="connsiteY122" fmla="*/ -73 h 35070"/>
                <a:gd name="connsiteX123" fmla="*/ 2139219 w 3401787"/>
                <a:gd name="connsiteY123" fmla="*/ 17462 h 35070"/>
                <a:gd name="connsiteX124" fmla="*/ 2139219 w 3401787"/>
                <a:gd name="connsiteY124" fmla="*/ 17462 h 35070"/>
                <a:gd name="connsiteX125" fmla="*/ 2121684 w 3401787"/>
                <a:gd name="connsiteY125" fmla="*/ 34997 h 35070"/>
                <a:gd name="connsiteX126" fmla="*/ 2121684 w 3401787"/>
                <a:gd name="connsiteY126" fmla="*/ 34997 h 35070"/>
                <a:gd name="connsiteX127" fmla="*/ 2106534 w 3401787"/>
                <a:gd name="connsiteY127" fmla="*/ 17462 h 35070"/>
                <a:gd name="connsiteX128" fmla="*/ 2019981 w 3401787"/>
                <a:gd name="connsiteY128" fmla="*/ 17462 h 35070"/>
                <a:gd name="connsiteX129" fmla="*/ 2037516 w 3401787"/>
                <a:gd name="connsiteY129" fmla="*/ -73 h 35070"/>
                <a:gd name="connsiteX130" fmla="*/ 2037516 w 3401787"/>
                <a:gd name="connsiteY130" fmla="*/ -73 h 35070"/>
                <a:gd name="connsiteX131" fmla="*/ 2055051 w 3401787"/>
                <a:gd name="connsiteY131" fmla="*/ 17462 h 35070"/>
                <a:gd name="connsiteX132" fmla="*/ 2055051 w 3401787"/>
                <a:gd name="connsiteY132" fmla="*/ 17462 h 35070"/>
                <a:gd name="connsiteX133" fmla="*/ 2037516 w 3401787"/>
                <a:gd name="connsiteY133" fmla="*/ 34997 h 35070"/>
                <a:gd name="connsiteX134" fmla="*/ 2037516 w 3401787"/>
                <a:gd name="connsiteY134" fmla="*/ 34997 h 35070"/>
                <a:gd name="connsiteX135" fmla="*/ 2022506 w 3401787"/>
                <a:gd name="connsiteY135" fmla="*/ 17462 h 35070"/>
                <a:gd name="connsiteX136" fmla="*/ 1935813 w 3401787"/>
                <a:gd name="connsiteY136" fmla="*/ 17462 h 35070"/>
                <a:gd name="connsiteX137" fmla="*/ 1953348 w 3401787"/>
                <a:gd name="connsiteY137" fmla="*/ -73 h 35070"/>
                <a:gd name="connsiteX138" fmla="*/ 1953348 w 3401787"/>
                <a:gd name="connsiteY138" fmla="*/ -73 h 35070"/>
                <a:gd name="connsiteX139" fmla="*/ 1970883 w 3401787"/>
                <a:gd name="connsiteY139" fmla="*/ 17462 h 35070"/>
                <a:gd name="connsiteX140" fmla="*/ 1970883 w 3401787"/>
                <a:gd name="connsiteY140" fmla="*/ 17462 h 35070"/>
                <a:gd name="connsiteX141" fmla="*/ 1953348 w 3401787"/>
                <a:gd name="connsiteY141" fmla="*/ 34997 h 35070"/>
                <a:gd name="connsiteX142" fmla="*/ 1953348 w 3401787"/>
                <a:gd name="connsiteY142" fmla="*/ 34997 h 35070"/>
                <a:gd name="connsiteX143" fmla="*/ 1938479 w 3401787"/>
                <a:gd name="connsiteY143" fmla="*/ 17462 h 35070"/>
                <a:gd name="connsiteX144" fmla="*/ 1851645 w 3401787"/>
                <a:gd name="connsiteY144" fmla="*/ 17462 h 35070"/>
                <a:gd name="connsiteX145" fmla="*/ 1869180 w 3401787"/>
                <a:gd name="connsiteY145" fmla="*/ -73 h 35070"/>
                <a:gd name="connsiteX146" fmla="*/ 1869180 w 3401787"/>
                <a:gd name="connsiteY146" fmla="*/ -73 h 35070"/>
                <a:gd name="connsiteX147" fmla="*/ 1886715 w 3401787"/>
                <a:gd name="connsiteY147" fmla="*/ 17462 h 35070"/>
                <a:gd name="connsiteX148" fmla="*/ 1886715 w 3401787"/>
                <a:gd name="connsiteY148" fmla="*/ 17462 h 35070"/>
                <a:gd name="connsiteX149" fmla="*/ 1869180 w 3401787"/>
                <a:gd name="connsiteY149" fmla="*/ 34997 h 35070"/>
                <a:gd name="connsiteX150" fmla="*/ 1869180 w 3401787"/>
                <a:gd name="connsiteY150" fmla="*/ 34997 h 35070"/>
                <a:gd name="connsiteX151" fmla="*/ 1854591 w 3401787"/>
                <a:gd name="connsiteY151" fmla="*/ 17462 h 35070"/>
                <a:gd name="connsiteX152" fmla="*/ 1767477 w 3401787"/>
                <a:gd name="connsiteY152" fmla="*/ 17462 h 35070"/>
                <a:gd name="connsiteX153" fmla="*/ 1785012 w 3401787"/>
                <a:gd name="connsiteY153" fmla="*/ -73 h 35070"/>
                <a:gd name="connsiteX154" fmla="*/ 1785012 w 3401787"/>
                <a:gd name="connsiteY154" fmla="*/ -73 h 35070"/>
                <a:gd name="connsiteX155" fmla="*/ 1802547 w 3401787"/>
                <a:gd name="connsiteY155" fmla="*/ 17462 h 35070"/>
                <a:gd name="connsiteX156" fmla="*/ 1802547 w 3401787"/>
                <a:gd name="connsiteY156" fmla="*/ 17462 h 35070"/>
                <a:gd name="connsiteX157" fmla="*/ 1785012 w 3401787"/>
                <a:gd name="connsiteY157" fmla="*/ 34997 h 35070"/>
                <a:gd name="connsiteX158" fmla="*/ 1785012 w 3401787"/>
                <a:gd name="connsiteY158" fmla="*/ 34997 h 35070"/>
                <a:gd name="connsiteX159" fmla="*/ 1770564 w 3401787"/>
                <a:gd name="connsiteY159" fmla="*/ 17462 h 35070"/>
                <a:gd name="connsiteX160" fmla="*/ 1683309 w 3401787"/>
                <a:gd name="connsiteY160" fmla="*/ 17462 h 35070"/>
                <a:gd name="connsiteX161" fmla="*/ 1700844 w 3401787"/>
                <a:gd name="connsiteY161" fmla="*/ -73 h 35070"/>
                <a:gd name="connsiteX162" fmla="*/ 1700844 w 3401787"/>
                <a:gd name="connsiteY162" fmla="*/ -73 h 35070"/>
                <a:gd name="connsiteX163" fmla="*/ 1718379 w 3401787"/>
                <a:gd name="connsiteY163" fmla="*/ 17462 h 35070"/>
                <a:gd name="connsiteX164" fmla="*/ 1718379 w 3401787"/>
                <a:gd name="connsiteY164" fmla="*/ 17462 h 35070"/>
                <a:gd name="connsiteX165" fmla="*/ 1700844 w 3401787"/>
                <a:gd name="connsiteY165" fmla="*/ 34997 h 35070"/>
                <a:gd name="connsiteX166" fmla="*/ 1700844 w 3401787"/>
                <a:gd name="connsiteY166" fmla="*/ 34997 h 35070"/>
                <a:gd name="connsiteX167" fmla="*/ 1686536 w 3401787"/>
                <a:gd name="connsiteY167" fmla="*/ 17462 h 35070"/>
                <a:gd name="connsiteX168" fmla="*/ 1599142 w 3401787"/>
                <a:gd name="connsiteY168" fmla="*/ 17462 h 35070"/>
                <a:gd name="connsiteX169" fmla="*/ 1616677 w 3401787"/>
                <a:gd name="connsiteY169" fmla="*/ -73 h 35070"/>
                <a:gd name="connsiteX170" fmla="*/ 1616677 w 3401787"/>
                <a:gd name="connsiteY170" fmla="*/ -73 h 35070"/>
                <a:gd name="connsiteX171" fmla="*/ 1634212 w 3401787"/>
                <a:gd name="connsiteY171" fmla="*/ 17462 h 35070"/>
                <a:gd name="connsiteX172" fmla="*/ 1634212 w 3401787"/>
                <a:gd name="connsiteY172" fmla="*/ 17462 h 35070"/>
                <a:gd name="connsiteX173" fmla="*/ 1616677 w 3401787"/>
                <a:gd name="connsiteY173" fmla="*/ 34997 h 35070"/>
                <a:gd name="connsiteX174" fmla="*/ 1616677 w 3401787"/>
                <a:gd name="connsiteY174" fmla="*/ 34997 h 35070"/>
                <a:gd name="connsiteX175" fmla="*/ 1602508 w 3401787"/>
                <a:gd name="connsiteY175" fmla="*/ 17462 h 35070"/>
                <a:gd name="connsiteX176" fmla="*/ 1514974 w 3401787"/>
                <a:gd name="connsiteY176" fmla="*/ 17462 h 35070"/>
                <a:gd name="connsiteX177" fmla="*/ 1532509 w 3401787"/>
                <a:gd name="connsiteY177" fmla="*/ -73 h 35070"/>
                <a:gd name="connsiteX178" fmla="*/ 1532509 w 3401787"/>
                <a:gd name="connsiteY178" fmla="*/ -73 h 35070"/>
                <a:gd name="connsiteX179" fmla="*/ 1550044 w 3401787"/>
                <a:gd name="connsiteY179" fmla="*/ 17462 h 35070"/>
                <a:gd name="connsiteX180" fmla="*/ 1550044 w 3401787"/>
                <a:gd name="connsiteY180" fmla="*/ 17462 h 35070"/>
                <a:gd name="connsiteX181" fmla="*/ 1532509 w 3401787"/>
                <a:gd name="connsiteY181" fmla="*/ 34997 h 35070"/>
                <a:gd name="connsiteX182" fmla="*/ 1532509 w 3401787"/>
                <a:gd name="connsiteY182" fmla="*/ 34997 h 35070"/>
                <a:gd name="connsiteX183" fmla="*/ 1518481 w 3401787"/>
                <a:gd name="connsiteY183" fmla="*/ 17462 h 35070"/>
                <a:gd name="connsiteX184" fmla="*/ 1430806 w 3401787"/>
                <a:gd name="connsiteY184" fmla="*/ 17462 h 35070"/>
                <a:gd name="connsiteX185" fmla="*/ 1448341 w 3401787"/>
                <a:gd name="connsiteY185" fmla="*/ -73 h 35070"/>
                <a:gd name="connsiteX186" fmla="*/ 1448341 w 3401787"/>
                <a:gd name="connsiteY186" fmla="*/ -73 h 35070"/>
                <a:gd name="connsiteX187" fmla="*/ 1465876 w 3401787"/>
                <a:gd name="connsiteY187" fmla="*/ 17462 h 35070"/>
                <a:gd name="connsiteX188" fmla="*/ 1465876 w 3401787"/>
                <a:gd name="connsiteY188" fmla="*/ 17462 h 35070"/>
                <a:gd name="connsiteX189" fmla="*/ 1448341 w 3401787"/>
                <a:gd name="connsiteY189" fmla="*/ 34997 h 35070"/>
                <a:gd name="connsiteX190" fmla="*/ 1448341 w 3401787"/>
                <a:gd name="connsiteY190" fmla="*/ 34997 h 35070"/>
                <a:gd name="connsiteX191" fmla="*/ 1434453 w 3401787"/>
                <a:gd name="connsiteY191" fmla="*/ 17462 h 35070"/>
                <a:gd name="connsiteX192" fmla="*/ 1346638 w 3401787"/>
                <a:gd name="connsiteY192" fmla="*/ 17462 h 35070"/>
                <a:gd name="connsiteX193" fmla="*/ 1364173 w 3401787"/>
                <a:gd name="connsiteY193" fmla="*/ -73 h 35070"/>
                <a:gd name="connsiteX194" fmla="*/ 1364173 w 3401787"/>
                <a:gd name="connsiteY194" fmla="*/ -73 h 35070"/>
                <a:gd name="connsiteX195" fmla="*/ 1381708 w 3401787"/>
                <a:gd name="connsiteY195" fmla="*/ 17462 h 35070"/>
                <a:gd name="connsiteX196" fmla="*/ 1381708 w 3401787"/>
                <a:gd name="connsiteY196" fmla="*/ 17462 h 35070"/>
                <a:gd name="connsiteX197" fmla="*/ 1364173 w 3401787"/>
                <a:gd name="connsiteY197" fmla="*/ 34997 h 35070"/>
                <a:gd name="connsiteX198" fmla="*/ 1364173 w 3401787"/>
                <a:gd name="connsiteY198" fmla="*/ 34997 h 35070"/>
                <a:gd name="connsiteX199" fmla="*/ 1350425 w 3401787"/>
                <a:gd name="connsiteY199" fmla="*/ 17462 h 35070"/>
                <a:gd name="connsiteX200" fmla="*/ 1262470 w 3401787"/>
                <a:gd name="connsiteY200" fmla="*/ 17462 h 35070"/>
                <a:gd name="connsiteX201" fmla="*/ 1280005 w 3401787"/>
                <a:gd name="connsiteY201" fmla="*/ -73 h 35070"/>
                <a:gd name="connsiteX202" fmla="*/ 1280005 w 3401787"/>
                <a:gd name="connsiteY202" fmla="*/ -73 h 35070"/>
                <a:gd name="connsiteX203" fmla="*/ 1297540 w 3401787"/>
                <a:gd name="connsiteY203" fmla="*/ 17462 h 35070"/>
                <a:gd name="connsiteX204" fmla="*/ 1297540 w 3401787"/>
                <a:gd name="connsiteY204" fmla="*/ 17462 h 35070"/>
                <a:gd name="connsiteX205" fmla="*/ 1280005 w 3401787"/>
                <a:gd name="connsiteY205" fmla="*/ 34997 h 35070"/>
                <a:gd name="connsiteX206" fmla="*/ 1280005 w 3401787"/>
                <a:gd name="connsiteY206" fmla="*/ 34997 h 35070"/>
                <a:gd name="connsiteX207" fmla="*/ 1267239 w 3401787"/>
                <a:gd name="connsiteY207" fmla="*/ 17462 h 35070"/>
                <a:gd name="connsiteX208" fmla="*/ 1178302 w 3401787"/>
                <a:gd name="connsiteY208" fmla="*/ 17462 h 35070"/>
                <a:gd name="connsiteX209" fmla="*/ 1195837 w 3401787"/>
                <a:gd name="connsiteY209" fmla="*/ -73 h 35070"/>
                <a:gd name="connsiteX210" fmla="*/ 1195837 w 3401787"/>
                <a:gd name="connsiteY210" fmla="*/ -73 h 35070"/>
                <a:gd name="connsiteX211" fmla="*/ 1213372 w 3401787"/>
                <a:gd name="connsiteY211" fmla="*/ 17462 h 35070"/>
                <a:gd name="connsiteX212" fmla="*/ 1213372 w 3401787"/>
                <a:gd name="connsiteY212" fmla="*/ 17462 h 35070"/>
                <a:gd name="connsiteX213" fmla="*/ 1195837 w 3401787"/>
                <a:gd name="connsiteY213" fmla="*/ 34997 h 35070"/>
                <a:gd name="connsiteX214" fmla="*/ 1195837 w 3401787"/>
                <a:gd name="connsiteY214" fmla="*/ 34997 h 35070"/>
                <a:gd name="connsiteX215" fmla="*/ 1183071 w 3401787"/>
                <a:gd name="connsiteY215" fmla="*/ 17462 h 35070"/>
                <a:gd name="connsiteX216" fmla="*/ 1094134 w 3401787"/>
                <a:gd name="connsiteY216" fmla="*/ 17462 h 35070"/>
                <a:gd name="connsiteX217" fmla="*/ 1111669 w 3401787"/>
                <a:gd name="connsiteY217" fmla="*/ -73 h 35070"/>
                <a:gd name="connsiteX218" fmla="*/ 1111669 w 3401787"/>
                <a:gd name="connsiteY218" fmla="*/ -73 h 35070"/>
                <a:gd name="connsiteX219" fmla="*/ 1129204 w 3401787"/>
                <a:gd name="connsiteY219" fmla="*/ 17462 h 35070"/>
                <a:gd name="connsiteX220" fmla="*/ 1129204 w 3401787"/>
                <a:gd name="connsiteY220" fmla="*/ 17462 h 35070"/>
                <a:gd name="connsiteX221" fmla="*/ 1111669 w 3401787"/>
                <a:gd name="connsiteY221" fmla="*/ 34997 h 35070"/>
                <a:gd name="connsiteX222" fmla="*/ 1111669 w 3401787"/>
                <a:gd name="connsiteY222" fmla="*/ 34997 h 35070"/>
                <a:gd name="connsiteX223" fmla="*/ 1098904 w 3401787"/>
                <a:gd name="connsiteY223" fmla="*/ 17462 h 35070"/>
                <a:gd name="connsiteX224" fmla="*/ 1009966 w 3401787"/>
                <a:gd name="connsiteY224" fmla="*/ 17462 h 35070"/>
                <a:gd name="connsiteX225" fmla="*/ 1027501 w 3401787"/>
                <a:gd name="connsiteY225" fmla="*/ -73 h 35070"/>
                <a:gd name="connsiteX226" fmla="*/ 1027501 w 3401787"/>
                <a:gd name="connsiteY226" fmla="*/ -73 h 35070"/>
                <a:gd name="connsiteX227" fmla="*/ 1045036 w 3401787"/>
                <a:gd name="connsiteY227" fmla="*/ 17462 h 35070"/>
                <a:gd name="connsiteX228" fmla="*/ 1045036 w 3401787"/>
                <a:gd name="connsiteY228" fmla="*/ 17462 h 35070"/>
                <a:gd name="connsiteX229" fmla="*/ 1027501 w 3401787"/>
                <a:gd name="connsiteY229" fmla="*/ 34997 h 35070"/>
                <a:gd name="connsiteX230" fmla="*/ 1027501 w 3401787"/>
                <a:gd name="connsiteY230" fmla="*/ 34997 h 35070"/>
                <a:gd name="connsiteX231" fmla="*/ 1014736 w 3401787"/>
                <a:gd name="connsiteY231" fmla="*/ 17462 h 35070"/>
                <a:gd name="connsiteX232" fmla="*/ 925798 w 3401787"/>
                <a:gd name="connsiteY232" fmla="*/ 17462 h 35070"/>
                <a:gd name="connsiteX233" fmla="*/ 943333 w 3401787"/>
                <a:gd name="connsiteY233" fmla="*/ -73 h 35070"/>
                <a:gd name="connsiteX234" fmla="*/ 943333 w 3401787"/>
                <a:gd name="connsiteY234" fmla="*/ -73 h 35070"/>
                <a:gd name="connsiteX235" fmla="*/ 960868 w 3401787"/>
                <a:gd name="connsiteY235" fmla="*/ 17462 h 35070"/>
                <a:gd name="connsiteX236" fmla="*/ 960868 w 3401787"/>
                <a:gd name="connsiteY236" fmla="*/ 17462 h 35070"/>
                <a:gd name="connsiteX237" fmla="*/ 943333 w 3401787"/>
                <a:gd name="connsiteY237" fmla="*/ 34997 h 35070"/>
                <a:gd name="connsiteX238" fmla="*/ 943333 w 3401787"/>
                <a:gd name="connsiteY238" fmla="*/ 34997 h 35070"/>
                <a:gd name="connsiteX239" fmla="*/ 930568 w 3401787"/>
                <a:gd name="connsiteY239" fmla="*/ 17462 h 35070"/>
                <a:gd name="connsiteX240" fmla="*/ 841630 w 3401787"/>
                <a:gd name="connsiteY240" fmla="*/ 17462 h 35070"/>
                <a:gd name="connsiteX241" fmla="*/ 859165 w 3401787"/>
                <a:gd name="connsiteY241" fmla="*/ -73 h 35070"/>
                <a:gd name="connsiteX242" fmla="*/ 859165 w 3401787"/>
                <a:gd name="connsiteY242" fmla="*/ -73 h 35070"/>
                <a:gd name="connsiteX243" fmla="*/ 876700 w 3401787"/>
                <a:gd name="connsiteY243" fmla="*/ 17462 h 35070"/>
                <a:gd name="connsiteX244" fmla="*/ 876700 w 3401787"/>
                <a:gd name="connsiteY244" fmla="*/ 17462 h 35070"/>
                <a:gd name="connsiteX245" fmla="*/ 859165 w 3401787"/>
                <a:gd name="connsiteY245" fmla="*/ 34997 h 35070"/>
                <a:gd name="connsiteX246" fmla="*/ 859165 w 3401787"/>
                <a:gd name="connsiteY246" fmla="*/ 34997 h 35070"/>
                <a:gd name="connsiteX247" fmla="*/ 846400 w 3401787"/>
                <a:gd name="connsiteY247" fmla="*/ 17462 h 35070"/>
                <a:gd name="connsiteX248" fmla="*/ 757462 w 3401787"/>
                <a:gd name="connsiteY248" fmla="*/ 17462 h 35070"/>
                <a:gd name="connsiteX249" fmla="*/ 774997 w 3401787"/>
                <a:gd name="connsiteY249" fmla="*/ -73 h 35070"/>
                <a:gd name="connsiteX250" fmla="*/ 774997 w 3401787"/>
                <a:gd name="connsiteY250" fmla="*/ -73 h 35070"/>
                <a:gd name="connsiteX251" fmla="*/ 792532 w 3401787"/>
                <a:gd name="connsiteY251" fmla="*/ 17462 h 35070"/>
                <a:gd name="connsiteX252" fmla="*/ 792532 w 3401787"/>
                <a:gd name="connsiteY252" fmla="*/ 17462 h 35070"/>
                <a:gd name="connsiteX253" fmla="*/ 774997 w 3401787"/>
                <a:gd name="connsiteY253" fmla="*/ 34997 h 35070"/>
                <a:gd name="connsiteX254" fmla="*/ 774997 w 3401787"/>
                <a:gd name="connsiteY254" fmla="*/ 34997 h 35070"/>
                <a:gd name="connsiteX255" fmla="*/ 762232 w 3401787"/>
                <a:gd name="connsiteY255" fmla="*/ 17462 h 35070"/>
                <a:gd name="connsiteX256" fmla="*/ 673295 w 3401787"/>
                <a:gd name="connsiteY256" fmla="*/ 17462 h 35070"/>
                <a:gd name="connsiteX257" fmla="*/ 690829 w 3401787"/>
                <a:gd name="connsiteY257" fmla="*/ -73 h 35070"/>
                <a:gd name="connsiteX258" fmla="*/ 690829 w 3401787"/>
                <a:gd name="connsiteY258" fmla="*/ -73 h 35070"/>
                <a:gd name="connsiteX259" fmla="*/ 708364 w 3401787"/>
                <a:gd name="connsiteY259" fmla="*/ 17462 h 35070"/>
                <a:gd name="connsiteX260" fmla="*/ 708364 w 3401787"/>
                <a:gd name="connsiteY260" fmla="*/ 17462 h 35070"/>
                <a:gd name="connsiteX261" fmla="*/ 690829 w 3401787"/>
                <a:gd name="connsiteY261" fmla="*/ 34997 h 35070"/>
                <a:gd name="connsiteX262" fmla="*/ 690829 w 3401787"/>
                <a:gd name="connsiteY262" fmla="*/ 34997 h 35070"/>
                <a:gd name="connsiteX263" fmla="*/ 678064 w 3401787"/>
                <a:gd name="connsiteY263" fmla="*/ 17462 h 35070"/>
                <a:gd name="connsiteX264" fmla="*/ 589127 w 3401787"/>
                <a:gd name="connsiteY264" fmla="*/ 17462 h 35070"/>
                <a:gd name="connsiteX265" fmla="*/ 606381 w 3401787"/>
                <a:gd name="connsiteY265" fmla="*/ -73 h 35070"/>
                <a:gd name="connsiteX266" fmla="*/ 606662 w 3401787"/>
                <a:gd name="connsiteY266" fmla="*/ -73 h 35070"/>
                <a:gd name="connsiteX267" fmla="*/ 606662 w 3401787"/>
                <a:gd name="connsiteY267" fmla="*/ -73 h 35070"/>
                <a:gd name="connsiteX268" fmla="*/ 624197 w 3401787"/>
                <a:gd name="connsiteY268" fmla="*/ 17462 h 35070"/>
                <a:gd name="connsiteX269" fmla="*/ 624197 w 3401787"/>
                <a:gd name="connsiteY269" fmla="*/ 17462 h 35070"/>
                <a:gd name="connsiteX270" fmla="*/ 606662 w 3401787"/>
                <a:gd name="connsiteY270" fmla="*/ 34997 h 35070"/>
                <a:gd name="connsiteX271" fmla="*/ 606662 w 3401787"/>
                <a:gd name="connsiteY271" fmla="*/ 34997 h 35070"/>
                <a:gd name="connsiteX272" fmla="*/ 593896 w 3401787"/>
                <a:gd name="connsiteY272" fmla="*/ 17462 h 35070"/>
                <a:gd name="connsiteX273" fmla="*/ 504959 w 3401787"/>
                <a:gd name="connsiteY273" fmla="*/ 17462 h 35070"/>
                <a:gd name="connsiteX274" fmla="*/ 522494 w 3401787"/>
                <a:gd name="connsiteY274" fmla="*/ -73 h 35070"/>
                <a:gd name="connsiteX275" fmla="*/ 522494 w 3401787"/>
                <a:gd name="connsiteY275" fmla="*/ -73 h 35070"/>
                <a:gd name="connsiteX276" fmla="*/ 540029 w 3401787"/>
                <a:gd name="connsiteY276" fmla="*/ 17462 h 35070"/>
                <a:gd name="connsiteX277" fmla="*/ 540029 w 3401787"/>
                <a:gd name="connsiteY277" fmla="*/ 17462 h 35070"/>
                <a:gd name="connsiteX278" fmla="*/ 522494 w 3401787"/>
                <a:gd name="connsiteY278" fmla="*/ 34997 h 35070"/>
                <a:gd name="connsiteX279" fmla="*/ 522494 w 3401787"/>
                <a:gd name="connsiteY279" fmla="*/ 34997 h 35070"/>
                <a:gd name="connsiteX280" fmla="*/ 510430 w 3401787"/>
                <a:gd name="connsiteY280" fmla="*/ 17462 h 35070"/>
                <a:gd name="connsiteX281" fmla="*/ 420791 w 3401787"/>
                <a:gd name="connsiteY281" fmla="*/ 17462 h 35070"/>
                <a:gd name="connsiteX282" fmla="*/ 438326 w 3401787"/>
                <a:gd name="connsiteY282" fmla="*/ -73 h 35070"/>
                <a:gd name="connsiteX283" fmla="*/ 438326 w 3401787"/>
                <a:gd name="connsiteY283" fmla="*/ -73 h 35070"/>
                <a:gd name="connsiteX284" fmla="*/ 455861 w 3401787"/>
                <a:gd name="connsiteY284" fmla="*/ 17462 h 35070"/>
                <a:gd name="connsiteX285" fmla="*/ 455861 w 3401787"/>
                <a:gd name="connsiteY285" fmla="*/ 17462 h 35070"/>
                <a:gd name="connsiteX286" fmla="*/ 438326 w 3401787"/>
                <a:gd name="connsiteY286" fmla="*/ 34997 h 35070"/>
                <a:gd name="connsiteX287" fmla="*/ 438326 w 3401787"/>
                <a:gd name="connsiteY287" fmla="*/ 34997 h 35070"/>
                <a:gd name="connsiteX288" fmla="*/ 426402 w 3401787"/>
                <a:gd name="connsiteY288" fmla="*/ 17462 h 35070"/>
                <a:gd name="connsiteX289" fmla="*/ 336623 w 3401787"/>
                <a:gd name="connsiteY289" fmla="*/ 17462 h 35070"/>
                <a:gd name="connsiteX290" fmla="*/ 354158 w 3401787"/>
                <a:gd name="connsiteY290" fmla="*/ -73 h 35070"/>
                <a:gd name="connsiteX291" fmla="*/ 354158 w 3401787"/>
                <a:gd name="connsiteY291" fmla="*/ -73 h 35070"/>
                <a:gd name="connsiteX292" fmla="*/ 371693 w 3401787"/>
                <a:gd name="connsiteY292" fmla="*/ 17462 h 35070"/>
                <a:gd name="connsiteX293" fmla="*/ 371693 w 3401787"/>
                <a:gd name="connsiteY293" fmla="*/ 17462 h 35070"/>
                <a:gd name="connsiteX294" fmla="*/ 354158 w 3401787"/>
                <a:gd name="connsiteY294" fmla="*/ 34997 h 35070"/>
                <a:gd name="connsiteX295" fmla="*/ 354158 w 3401787"/>
                <a:gd name="connsiteY295" fmla="*/ 34997 h 35070"/>
                <a:gd name="connsiteX296" fmla="*/ 342374 w 3401787"/>
                <a:gd name="connsiteY296" fmla="*/ 17462 h 35070"/>
                <a:gd name="connsiteX297" fmla="*/ 252455 w 3401787"/>
                <a:gd name="connsiteY297" fmla="*/ 17462 h 35070"/>
                <a:gd name="connsiteX298" fmla="*/ 269990 w 3401787"/>
                <a:gd name="connsiteY298" fmla="*/ -73 h 35070"/>
                <a:gd name="connsiteX299" fmla="*/ 269990 w 3401787"/>
                <a:gd name="connsiteY299" fmla="*/ -73 h 35070"/>
                <a:gd name="connsiteX300" fmla="*/ 287525 w 3401787"/>
                <a:gd name="connsiteY300" fmla="*/ 17462 h 35070"/>
                <a:gd name="connsiteX301" fmla="*/ 287525 w 3401787"/>
                <a:gd name="connsiteY301" fmla="*/ 17462 h 35070"/>
                <a:gd name="connsiteX302" fmla="*/ 269990 w 3401787"/>
                <a:gd name="connsiteY302" fmla="*/ 34997 h 35070"/>
                <a:gd name="connsiteX303" fmla="*/ 269990 w 3401787"/>
                <a:gd name="connsiteY303" fmla="*/ 34997 h 35070"/>
                <a:gd name="connsiteX304" fmla="*/ 258347 w 3401787"/>
                <a:gd name="connsiteY304" fmla="*/ 17462 h 35070"/>
                <a:gd name="connsiteX305" fmla="*/ 168287 w 3401787"/>
                <a:gd name="connsiteY305" fmla="*/ 17462 h 35070"/>
                <a:gd name="connsiteX306" fmla="*/ 185822 w 3401787"/>
                <a:gd name="connsiteY306" fmla="*/ -73 h 35070"/>
                <a:gd name="connsiteX307" fmla="*/ 185822 w 3401787"/>
                <a:gd name="connsiteY307" fmla="*/ -73 h 35070"/>
                <a:gd name="connsiteX308" fmla="*/ 203357 w 3401787"/>
                <a:gd name="connsiteY308" fmla="*/ 17462 h 35070"/>
                <a:gd name="connsiteX309" fmla="*/ 203357 w 3401787"/>
                <a:gd name="connsiteY309" fmla="*/ 17462 h 35070"/>
                <a:gd name="connsiteX310" fmla="*/ 185822 w 3401787"/>
                <a:gd name="connsiteY310" fmla="*/ 34997 h 35070"/>
                <a:gd name="connsiteX311" fmla="*/ 185822 w 3401787"/>
                <a:gd name="connsiteY311" fmla="*/ 34997 h 35070"/>
                <a:gd name="connsiteX312" fmla="*/ 174319 w 3401787"/>
                <a:gd name="connsiteY312" fmla="*/ 17462 h 35070"/>
                <a:gd name="connsiteX313" fmla="*/ 84119 w 3401787"/>
                <a:gd name="connsiteY313" fmla="*/ 17462 h 35070"/>
                <a:gd name="connsiteX314" fmla="*/ 101654 w 3401787"/>
                <a:gd name="connsiteY314" fmla="*/ -73 h 35070"/>
                <a:gd name="connsiteX315" fmla="*/ 101654 w 3401787"/>
                <a:gd name="connsiteY315" fmla="*/ -73 h 35070"/>
                <a:gd name="connsiteX316" fmla="*/ 119189 w 3401787"/>
                <a:gd name="connsiteY316" fmla="*/ 17462 h 35070"/>
                <a:gd name="connsiteX317" fmla="*/ 119189 w 3401787"/>
                <a:gd name="connsiteY317" fmla="*/ 17462 h 35070"/>
                <a:gd name="connsiteX318" fmla="*/ 101654 w 3401787"/>
                <a:gd name="connsiteY318" fmla="*/ 34997 h 35070"/>
                <a:gd name="connsiteX319" fmla="*/ 101654 w 3401787"/>
                <a:gd name="connsiteY319" fmla="*/ 34997 h 35070"/>
                <a:gd name="connsiteX320" fmla="*/ 90291 w 3401787"/>
                <a:gd name="connsiteY320" fmla="*/ 17462 h 35070"/>
                <a:gd name="connsiteX321" fmla="*/ -49 w 3401787"/>
                <a:gd name="connsiteY321" fmla="*/ 17462 h 35070"/>
                <a:gd name="connsiteX322" fmla="*/ 17206 w 3401787"/>
                <a:gd name="connsiteY322" fmla="*/ -73 h 35070"/>
                <a:gd name="connsiteX323" fmla="*/ 17346 w 3401787"/>
                <a:gd name="connsiteY323" fmla="*/ -73 h 35070"/>
                <a:gd name="connsiteX324" fmla="*/ 17346 w 3401787"/>
                <a:gd name="connsiteY324" fmla="*/ -73 h 35070"/>
                <a:gd name="connsiteX325" fmla="*/ 35021 w 3401787"/>
                <a:gd name="connsiteY325" fmla="*/ 17322 h 35070"/>
                <a:gd name="connsiteX326" fmla="*/ 35021 w 3401787"/>
                <a:gd name="connsiteY326" fmla="*/ 17462 h 35070"/>
                <a:gd name="connsiteX327" fmla="*/ 35021 w 3401787"/>
                <a:gd name="connsiteY327" fmla="*/ 17462 h 35070"/>
                <a:gd name="connsiteX328" fmla="*/ 17486 w 3401787"/>
                <a:gd name="connsiteY328" fmla="*/ 34997 h 35070"/>
                <a:gd name="connsiteX329" fmla="*/ 17346 w 3401787"/>
                <a:gd name="connsiteY329" fmla="*/ 34997 h 35070"/>
                <a:gd name="connsiteX330" fmla="*/ 17346 w 3401787"/>
                <a:gd name="connsiteY330" fmla="*/ 34997 h 35070"/>
                <a:gd name="connsiteX331" fmla="*/ 6404 w 3401787"/>
                <a:gd name="connsiteY331" fmla="*/ 17462 h 3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</a:cxnLst>
              <a:rect l="l" t="t" r="r" b="b"/>
              <a:pathLst>
                <a:path w="3401787" h="35070">
                  <a:moveTo>
                    <a:pt x="3366668" y="17462"/>
                  </a:moveTo>
                  <a:cubicBezTo>
                    <a:pt x="3366668" y="7782"/>
                    <a:pt x="3374523" y="-73"/>
                    <a:pt x="3384203" y="-73"/>
                  </a:cubicBezTo>
                  <a:lnTo>
                    <a:pt x="3384203" y="-73"/>
                  </a:lnTo>
                  <a:cubicBezTo>
                    <a:pt x="3393882" y="-73"/>
                    <a:pt x="3401738" y="7782"/>
                    <a:pt x="3401738" y="17462"/>
                  </a:cubicBezTo>
                  <a:lnTo>
                    <a:pt x="3401738" y="17462"/>
                  </a:lnTo>
                  <a:cubicBezTo>
                    <a:pt x="3401738" y="27141"/>
                    <a:pt x="3393882" y="34997"/>
                    <a:pt x="3384203" y="34997"/>
                  </a:cubicBezTo>
                  <a:lnTo>
                    <a:pt x="3384203" y="34997"/>
                  </a:lnTo>
                  <a:cubicBezTo>
                    <a:pt x="3374523" y="34997"/>
                    <a:pt x="3366668" y="27141"/>
                    <a:pt x="3366668" y="17462"/>
                  </a:cubicBezTo>
                  <a:close/>
                  <a:moveTo>
                    <a:pt x="3282500" y="17462"/>
                  </a:moveTo>
                  <a:cubicBezTo>
                    <a:pt x="3282500" y="7782"/>
                    <a:pt x="3290355" y="-73"/>
                    <a:pt x="3300035" y="-73"/>
                  </a:cubicBezTo>
                  <a:lnTo>
                    <a:pt x="3300035" y="-73"/>
                  </a:lnTo>
                  <a:cubicBezTo>
                    <a:pt x="3309714" y="-73"/>
                    <a:pt x="3317570" y="7782"/>
                    <a:pt x="3317570" y="17462"/>
                  </a:cubicBezTo>
                  <a:lnTo>
                    <a:pt x="3317570" y="17462"/>
                  </a:lnTo>
                  <a:cubicBezTo>
                    <a:pt x="3317570" y="27141"/>
                    <a:pt x="3309714" y="34997"/>
                    <a:pt x="3300035" y="34997"/>
                  </a:cubicBezTo>
                  <a:lnTo>
                    <a:pt x="3300035" y="34997"/>
                  </a:lnTo>
                  <a:cubicBezTo>
                    <a:pt x="3290412" y="34927"/>
                    <a:pt x="3282640" y="27085"/>
                    <a:pt x="3282640" y="17462"/>
                  </a:cubicBezTo>
                  <a:close/>
                  <a:moveTo>
                    <a:pt x="3198332" y="17462"/>
                  </a:moveTo>
                  <a:cubicBezTo>
                    <a:pt x="3198332" y="7782"/>
                    <a:pt x="3206188" y="-73"/>
                    <a:pt x="3215867" y="-73"/>
                  </a:cubicBezTo>
                  <a:lnTo>
                    <a:pt x="3215867" y="-73"/>
                  </a:lnTo>
                  <a:cubicBezTo>
                    <a:pt x="3225546" y="-73"/>
                    <a:pt x="3233402" y="7782"/>
                    <a:pt x="3233402" y="17462"/>
                  </a:cubicBezTo>
                  <a:lnTo>
                    <a:pt x="3233402" y="17462"/>
                  </a:lnTo>
                  <a:cubicBezTo>
                    <a:pt x="3233402" y="27141"/>
                    <a:pt x="3225546" y="34997"/>
                    <a:pt x="3215867" y="34997"/>
                  </a:cubicBezTo>
                  <a:lnTo>
                    <a:pt x="3215867" y="34997"/>
                  </a:lnTo>
                  <a:cubicBezTo>
                    <a:pt x="3206286" y="34842"/>
                    <a:pt x="3198612" y="27043"/>
                    <a:pt x="3198612" y="17462"/>
                  </a:cubicBezTo>
                  <a:close/>
                  <a:moveTo>
                    <a:pt x="3114164" y="17462"/>
                  </a:moveTo>
                  <a:cubicBezTo>
                    <a:pt x="3114234" y="7754"/>
                    <a:pt x="3122132" y="-73"/>
                    <a:pt x="3131839" y="-73"/>
                  </a:cubicBezTo>
                  <a:lnTo>
                    <a:pt x="3131839" y="-73"/>
                  </a:lnTo>
                  <a:cubicBezTo>
                    <a:pt x="3141462" y="-3"/>
                    <a:pt x="3149234" y="7839"/>
                    <a:pt x="3149234" y="17462"/>
                  </a:cubicBezTo>
                  <a:lnTo>
                    <a:pt x="3149234" y="17462"/>
                  </a:lnTo>
                  <a:cubicBezTo>
                    <a:pt x="3149234" y="27085"/>
                    <a:pt x="3141462" y="34927"/>
                    <a:pt x="3131839" y="34997"/>
                  </a:cubicBezTo>
                  <a:lnTo>
                    <a:pt x="3131839" y="34997"/>
                  </a:lnTo>
                  <a:cubicBezTo>
                    <a:pt x="3122300" y="34772"/>
                    <a:pt x="3114655" y="27001"/>
                    <a:pt x="3114585" y="17462"/>
                  </a:cubicBezTo>
                  <a:close/>
                  <a:moveTo>
                    <a:pt x="3029996" y="17462"/>
                  </a:moveTo>
                  <a:cubicBezTo>
                    <a:pt x="3029996" y="7782"/>
                    <a:pt x="3037852" y="-73"/>
                    <a:pt x="3047531" y="-73"/>
                  </a:cubicBezTo>
                  <a:lnTo>
                    <a:pt x="3047531" y="-73"/>
                  </a:lnTo>
                  <a:cubicBezTo>
                    <a:pt x="3057210" y="-73"/>
                    <a:pt x="3065066" y="7782"/>
                    <a:pt x="3065066" y="17462"/>
                  </a:cubicBezTo>
                  <a:lnTo>
                    <a:pt x="3065066" y="17462"/>
                  </a:lnTo>
                  <a:cubicBezTo>
                    <a:pt x="3065066" y="27141"/>
                    <a:pt x="3057210" y="34997"/>
                    <a:pt x="3047531" y="34997"/>
                  </a:cubicBezTo>
                  <a:lnTo>
                    <a:pt x="3047531" y="34997"/>
                  </a:lnTo>
                  <a:cubicBezTo>
                    <a:pt x="3038118" y="34618"/>
                    <a:pt x="3030684" y="26875"/>
                    <a:pt x="3030697" y="17462"/>
                  </a:cubicBezTo>
                  <a:close/>
                  <a:moveTo>
                    <a:pt x="2945828" y="17462"/>
                  </a:moveTo>
                  <a:cubicBezTo>
                    <a:pt x="2945828" y="7782"/>
                    <a:pt x="2953684" y="-73"/>
                    <a:pt x="2963363" y="-73"/>
                  </a:cubicBezTo>
                  <a:lnTo>
                    <a:pt x="2963363" y="-73"/>
                  </a:lnTo>
                  <a:cubicBezTo>
                    <a:pt x="2973043" y="-73"/>
                    <a:pt x="2980898" y="7782"/>
                    <a:pt x="2980898" y="17462"/>
                  </a:cubicBezTo>
                  <a:lnTo>
                    <a:pt x="2980898" y="17462"/>
                  </a:lnTo>
                  <a:cubicBezTo>
                    <a:pt x="2980898" y="27141"/>
                    <a:pt x="2973043" y="34997"/>
                    <a:pt x="2963363" y="34997"/>
                  </a:cubicBezTo>
                  <a:lnTo>
                    <a:pt x="2963363" y="34997"/>
                  </a:lnTo>
                  <a:cubicBezTo>
                    <a:pt x="2954007" y="34548"/>
                    <a:pt x="2946656" y="26832"/>
                    <a:pt x="2946670" y="17462"/>
                  </a:cubicBezTo>
                  <a:close/>
                  <a:moveTo>
                    <a:pt x="2861660" y="17462"/>
                  </a:moveTo>
                  <a:cubicBezTo>
                    <a:pt x="2861660" y="7782"/>
                    <a:pt x="2869516" y="-73"/>
                    <a:pt x="2879195" y="-73"/>
                  </a:cubicBezTo>
                  <a:lnTo>
                    <a:pt x="2879195" y="-73"/>
                  </a:lnTo>
                  <a:cubicBezTo>
                    <a:pt x="2888875" y="-73"/>
                    <a:pt x="2896730" y="7782"/>
                    <a:pt x="2896730" y="17462"/>
                  </a:cubicBezTo>
                  <a:lnTo>
                    <a:pt x="2896730" y="17462"/>
                  </a:lnTo>
                  <a:cubicBezTo>
                    <a:pt x="2896730" y="27141"/>
                    <a:pt x="2888875" y="34997"/>
                    <a:pt x="2879195" y="34997"/>
                  </a:cubicBezTo>
                  <a:lnTo>
                    <a:pt x="2879195" y="34997"/>
                  </a:lnTo>
                  <a:cubicBezTo>
                    <a:pt x="2869895" y="34478"/>
                    <a:pt x="2862628" y="26776"/>
                    <a:pt x="2862642" y="17462"/>
                  </a:cubicBezTo>
                  <a:close/>
                  <a:moveTo>
                    <a:pt x="2777492" y="17462"/>
                  </a:moveTo>
                  <a:cubicBezTo>
                    <a:pt x="2777492" y="7782"/>
                    <a:pt x="2785348" y="-73"/>
                    <a:pt x="2795027" y="-73"/>
                  </a:cubicBezTo>
                  <a:lnTo>
                    <a:pt x="2795027" y="-73"/>
                  </a:lnTo>
                  <a:cubicBezTo>
                    <a:pt x="2804707" y="-73"/>
                    <a:pt x="2812562" y="7782"/>
                    <a:pt x="2812562" y="17462"/>
                  </a:cubicBezTo>
                  <a:lnTo>
                    <a:pt x="2812562" y="17462"/>
                  </a:lnTo>
                  <a:cubicBezTo>
                    <a:pt x="2812562" y="27141"/>
                    <a:pt x="2804707" y="34997"/>
                    <a:pt x="2795027" y="34997"/>
                  </a:cubicBezTo>
                  <a:lnTo>
                    <a:pt x="2795027" y="34997"/>
                  </a:lnTo>
                  <a:cubicBezTo>
                    <a:pt x="2785783" y="34408"/>
                    <a:pt x="2778601" y="26720"/>
                    <a:pt x="2778614" y="17462"/>
                  </a:cubicBezTo>
                  <a:close/>
                  <a:moveTo>
                    <a:pt x="2693324" y="17462"/>
                  </a:moveTo>
                  <a:cubicBezTo>
                    <a:pt x="2693324" y="7782"/>
                    <a:pt x="2701180" y="-73"/>
                    <a:pt x="2710859" y="-73"/>
                  </a:cubicBezTo>
                  <a:lnTo>
                    <a:pt x="2710859" y="-73"/>
                  </a:lnTo>
                  <a:cubicBezTo>
                    <a:pt x="2720539" y="-73"/>
                    <a:pt x="2728394" y="7782"/>
                    <a:pt x="2728394" y="17462"/>
                  </a:cubicBezTo>
                  <a:lnTo>
                    <a:pt x="2728394" y="17462"/>
                  </a:lnTo>
                  <a:cubicBezTo>
                    <a:pt x="2728394" y="27141"/>
                    <a:pt x="2720539" y="34997"/>
                    <a:pt x="2710859" y="34997"/>
                  </a:cubicBezTo>
                  <a:lnTo>
                    <a:pt x="2710859" y="34997"/>
                  </a:lnTo>
                  <a:cubicBezTo>
                    <a:pt x="2701671" y="34337"/>
                    <a:pt x="2694559" y="26678"/>
                    <a:pt x="2694587" y="17462"/>
                  </a:cubicBezTo>
                  <a:close/>
                  <a:moveTo>
                    <a:pt x="2609157" y="17462"/>
                  </a:moveTo>
                  <a:cubicBezTo>
                    <a:pt x="2609157" y="7782"/>
                    <a:pt x="2617012" y="-73"/>
                    <a:pt x="2626692" y="-73"/>
                  </a:cubicBezTo>
                  <a:lnTo>
                    <a:pt x="2626692" y="-73"/>
                  </a:lnTo>
                  <a:cubicBezTo>
                    <a:pt x="2636371" y="-73"/>
                    <a:pt x="2644227" y="7782"/>
                    <a:pt x="2644227" y="17462"/>
                  </a:cubicBezTo>
                  <a:lnTo>
                    <a:pt x="2644227" y="17462"/>
                  </a:lnTo>
                  <a:cubicBezTo>
                    <a:pt x="2644227" y="27141"/>
                    <a:pt x="2636371" y="34997"/>
                    <a:pt x="2626692" y="34997"/>
                  </a:cubicBezTo>
                  <a:lnTo>
                    <a:pt x="2626692" y="34997"/>
                  </a:lnTo>
                  <a:cubicBezTo>
                    <a:pt x="2617559" y="34267"/>
                    <a:pt x="2610531" y="26622"/>
                    <a:pt x="2610559" y="17462"/>
                  </a:cubicBezTo>
                  <a:close/>
                  <a:moveTo>
                    <a:pt x="2524989" y="17462"/>
                  </a:moveTo>
                  <a:cubicBezTo>
                    <a:pt x="2524989" y="7782"/>
                    <a:pt x="2532844" y="-73"/>
                    <a:pt x="2542524" y="-73"/>
                  </a:cubicBezTo>
                  <a:lnTo>
                    <a:pt x="2542524" y="-73"/>
                  </a:lnTo>
                  <a:cubicBezTo>
                    <a:pt x="2552231" y="-73"/>
                    <a:pt x="2560129" y="7754"/>
                    <a:pt x="2560199" y="17462"/>
                  </a:cubicBezTo>
                  <a:lnTo>
                    <a:pt x="2560199" y="17462"/>
                  </a:lnTo>
                  <a:cubicBezTo>
                    <a:pt x="2560129" y="27169"/>
                    <a:pt x="2552231" y="34997"/>
                    <a:pt x="2542524" y="34997"/>
                  </a:cubicBezTo>
                  <a:lnTo>
                    <a:pt x="2542524" y="34997"/>
                  </a:lnTo>
                  <a:cubicBezTo>
                    <a:pt x="2533447" y="34197"/>
                    <a:pt x="2526490" y="26580"/>
                    <a:pt x="2526532" y="17462"/>
                  </a:cubicBezTo>
                  <a:close/>
                  <a:moveTo>
                    <a:pt x="2440821" y="17462"/>
                  </a:moveTo>
                  <a:cubicBezTo>
                    <a:pt x="2440821" y="7782"/>
                    <a:pt x="2448676" y="-73"/>
                    <a:pt x="2458356" y="-73"/>
                  </a:cubicBezTo>
                  <a:lnTo>
                    <a:pt x="2458356" y="-73"/>
                  </a:lnTo>
                  <a:cubicBezTo>
                    <a:pt x="2468035" y="-73"/>
                    <a:pt x="2475891" y="7782"/>
                    <a:pt x="2475891" y="17462"/>
                  </a:cubicBezTo>
                  <a:lnTo>
                    <a:pt x="2475891" y="17462"/>
                  </a:lnTo>
                  <a:cubicBezTo>
                    <a:pt x="2475891" y="27141"/>
                    <a:pt x="2468035" y="34997"/>
                    <a:pt x="2458356" y="34997"/>
                  </a:cubicBezTo>
                  <a:lnTo>
                    <a:pt x="2458356" y="34997"/>
                  </a:lnTo>
                  <a:cubicBezTo>
                    <a:pt x="2449392" y="34057"/>
                    <a:pt x="2442602" y="26482"/>
                    <a:pt x="2442644" y="17462"/>
                  </a:cubicBezTo>
                  <a:close/>
                  <a:moveTo>
                    <a:pt x="2356653" y="17462"/>
                  </a:moveTo>
                  <a:cubicBezTo>
                    <a:pt x="2356653" y="7782"/>
                    <a:pt x="2364508" y="-73"/>
                    <a:pt x="2374188" y="-73"/>
                  </a:cubicBezTo>
                  <a:lnTo>
                    <a:pt x="2374188" y="-73"/>
                  </a:lnTo>
                  <a:cubicBezTo>
                    <a:pt x="2383867" y="-73"/>
                    <a:pt x="2391723" y="7782"/>
                    <a:pt x="2391723" y="17462"/>
                  </a:cubicBezTo>
                  <a:lnTo>
                    <a:pt x="2391723" y="17462"/>
                  </a:lnTo>
                  <a:cubicBezTo>
                    <a:pt x="2391723" y="27141"/>
                    <a:pt x="2383867" y="34997"/>
                    <a:pt x="2374188" y="34997"/>
                  </a:cubicBezTo>
                  <a:lnTo>
                    <a:pt x="2374188" y="34997"/>
                  </a:lnTo>
                  <a:cubicBezTo>
                    <a:pt x="2365280" y="33987"/>
                    <a:pt x="2358560" y="26426"/>
                    <a:pt x="2358617" y="17462"/>
                  </a:cubicBezTo>
                  <a:close/>
                  <a:moveTo>
                    <a:pt x="2272485" y="17462"/>
                  </a:moveTo>
                  <a:cubicBezTo>
                    <a:pt x="2272485" y="7782"/>
                    <a:pt x="2280341" y="-73"/>
                    <a:pt x="2290020" y="-73"/>
                  </a:cubicBezTo>
                  <a:lnTo>
                    <a:pt x="2290020" y="-73"/>
                  </a:lnTo>
                  <a:cubicBezTo>
                    <a:pt x="2299699" y="-73"/>
                    <a:pt x="2307555" y="7782"/>
                    <a:pt x="2307555" y="17462"/>
                  </a:cubicBezTo>
                  <a:lnTo>
                    <a:pt x="2307555" y="17462"/>
                  </a:lnTo>
                  <a:cubicBezTo>
                    <a:pt x="2307555" y="27141"/>
                    <a:pt x="2299699" y="34997"/>
                    <a:pt x="2290020" y="34997"/>
                  </a:cubicBezTo>
                  <a:lnTo>
                    <a:pt x="2290020" y="34997"/>
                  </a:lnTo>
                  <a:cubicBezTo>
                    <a:pt x="2281168" y="33931"/>
                    <a:pt x="2274519" y="26384"/>
                    <a:pt x="2274589" y="17462"/>
                  </a:cubicBezTo>
                  <a:close/>
                  <a:moveTo>
                    <a:pt x="2188317" y="17462"/>
                  </a:moveTo>
                  <a:cubicBezTo>
                    <a:pt x="2188317" y="7782"/>
                    <a:pt x="2196173" y="-73"/>
                    <a:pt x="2205852" y="-73"/>
                  </a:cubicBezTo>
                  <a:lnTo>
                    <a:pt x="2205852" y="-73"/>
                  </a:lnTo>
                  <a:cubicBezTo>
                    <a:pt x="2215531" y="-73"/>
                    <a:pt x="2223387" y="7782"/>
                    <a:pt x="2223387" y="17462"/>
                  </a:cubicBezTo>
                  <a:lnTo>
                    <a:pt x="2223387" y="17462"/>
                  </a:lnTo>
                  <a:cubicBezTo>
                    <a:pt x="2223387" y="27141"/>
                    <a:pt x="2215531" y="34997"/>
                    <a:pt x="2205852" y="34997"/>
                  </a:cubicBezTo>
                  <a:lnTo>
                    <a:pt x="2205852" y="34997"/>
                  </a:lnTo>
                  <a:cubicBezTo>
                    <a:pt x="2197056" y="33861"/>
                    <a:pt x="2190491" y="26328"/>
                    <a:pt x="2190562" y="17462"/>
                  </a:cubicBezTo>
                  <a:close/>
                  <a:moveTo>
                    <a:pt x="2104149" y="17462"/>
                  </a:moveTo>
                  <a:cubicBezTo>
                    <a:pt x="2104149" y="7782"/>
                    <a:pt x="2112005" y="-73"/>
                    <a:pt x="2121684" y="-73"/>
                  </a:cubicBezTo>
                  <a:lnTo>
                    <a:pt x="2121684" y="-73"/>
                  </a:lnTo>
                  <a:cubicBezTo>
                    <a:pt x="2131363" y="-73"/>
                    <a:pt x="2139219" y="7782"/>
                    <a:pt x="2139219" y="17462"/>
                  </a:cubicBezTo>
                  <a:lnTo>
                    <a:pt x="2139219" y="17462"/>
                  </a:lnTo>
                  <a:cubicBezTo>
                    <a:pt x="2139219" y="27141"/>
                    <a:pt x="2131363" y="34997"/>
                    <a:pt x="2121684" y="34997"/>
                  </a:cubicBezTo>
                  <a:lnTo>
                    <a:pt x="2121684" y="34997"/>
                  </a:lnTo>
                  <a:cubicBezTo>
                    <a:pt x="2112944" y="33790"/>
                    <a:pt x="2106450" y="26285"/>
                    <a:pt x="2106534" y="17462"/>
                  </a:cubicBezTo>
                  <a:close/>
                  <a:moveTo>
                    <a:pt x="2019981" y="17462"/>
                  </a:moveTo>
                  <a:cubicBezTo>
                    <a:pt x="2019981" y="7782"/>
                    <a:pt x="2027837" y="-73"/>
                    <a:pt x="2037516" y="-73"/>
                  </a:cubicBezTo>
                  <a:lnTo>
                    <a:pt x="2037516" y="-73"/>
                  </a:lnTo>
                  <a:cubicBezTo>
                    <a:pt x="2047195" y="-73"/>
                    <a:pt x="2055051" y="7782"/>
                    <a:pt x="2055051" y="17462"/>
                  </a:cubicBezTo>
                  <a:lnTo>
                    <a:pt x="2055051" y="17462"/>
                  </a:lnTo>
                  <a:cubicBezTo>
                    <a:pt x="2055051" y="27141"/>
                    <a:pt x="2047195" y="34997"/>
                    <a:pt x="2037516" y="34997"/>
                  </a:cubicBezTo>
                  <a:lnTo>
                    <a:pt x="2037516" y="34997"/>
                  </a:lnTo>
                  <a:cubicBezTo>
                    <a:pt x="2028833" y="33734"/>
                    <a:pt x="2022408" y="26243"/>
                    <a:pt x="2022506" y="17462"/>
                  </a:cubicBezTo>
                  <a:close/>
                  <a:moveTo>
                    <a:pt x="1935813" y="17462"/>
                  </a:moveTo>
                  <a:cubicBezTo>
                    <a:pt x="1935813" y="7782"/>
                    <a:pt x="1943669" y="-73"/>
                    <a:pt x="1953348" y="-73"/>
                  </a:cubicBezTo>
                  <a:lnTo>
                    <a:pt x="1953348" y="-73"/>
                  </a:lnTo>
                  <a:cubicBezTo>
                    <a:pt x="1963028" y="-73"/>
                    <a:pt x="1970883" y="7782"/>
                    <a:pt x="1970883" y="17462"/>
                  </a:cubicBezTo>
                  <a:lnTo>
                    <a:pt x="1970883" y="17462"/>
                  </a:lnTo>
                  <a:cubicBezTo>
                    <a:pt x="1970883" y="27141"/>
                    <a:pt x="1963028" y="34997"/>
                    <a:pt x="1953348" y="34997"/>
                  </a:cubicBezTo>
                  <a:lnTo>
                    <a:pt x="1953348" y="34997"/>
                  </a:lnTo>
                  <a:cubicBezTo>
                    <a:pt x="1944721" y="33664"/>
                    <a:pt x="1938380" y="26187"/>
                    <a:pt x="1938479" y="17462"/>
                  </a:cubicBezTo>
                  <a:close/>
                  <a:moveTo>
                    <a:pt x="1851645" y="17462"/>
                  </a:moveTo>
                  <a:cubicBezTo>
                    <a:pt x="1851645" y="7782"/>
                    <a:pt x="1859501" y="-73"/>
                    <a:pt x="1869180" y="-73"/>
                  </a:cubicBezTo>
                  <a:lnTo>
                    <a:pt x="1869180" y="-73"/>
                  </a:lnTo>
                  <a:cubicBezTo>
                    <a:pt x="1878860" y="-73"/>
                    <a:pt x="1886715" y="7782"/>
                    <a:pt x="1886715" y="17462"/>
                  </a:cubicBezTo>
                  <a:lnTo>
                    <a:pt x="1886715" y="17462"/>
                  </a:lnTo>
                  <a:cubicBezTo>
                    <a:pt x="1886715" y="27141"/>
                    <a:pt x="1878860" y="34997"/>
                    <a:pt x="1869180" y="34997"/>
                  </a:cubicBezTo>
                  <a:lnTo>
                    <a:pt x="1869180" y="34997"/>
                  </a:lnTo>
                  <a:cubicBezTo>
                    <a:pt x="1860665" y="33552"/>
                    <a:pt x="1854465" y="26103"/>
                    <a:pt x="1854591" y="17462"/>
                  </a:cubicBezTo>
                  <a:close/>
                  <a:moveTo>
                    <a:pt x="1767477" y="17462"/>
                  </a:moveTo>
                  <a:cubicBezTo>
                    <a:pt x="1767477" y="7782"/>
                    <a:pt x="1775333" y="-73"/>
                    <a:pt x="1785012" y="-73"/>
                  </a:cubicBezTo>
                  <a:lnTo>
                    <a:pt x="1785012" y="-73"/>
                  </a:lnTo>
                  <a:cubicBezTo>
                    <a:pt x="1794692" y="-73"/>
                    <a:pt x="1802547" y="7782"/>
                    <a:pt x="1802547" y="17462"/>
                  </a:cubicBezTo>
                  <a:lnTo>
                    <a:pt x="1802547" y="17462"/>
                  </a:lnTo>
                  <a:cubicBezTo>
                    <a:pt x="1802547" y="27141"/>
                    <a:pt x="1794692" y="34997"/>
                    <a:pt x="1785012" y="34997"/>
                  </a:cubicBezTo>
                  <a:lnTo>
                    <a:pt x="1785012" y="34997"/>
                  </a:lnTo>
                  <a:cubicBezTo>
                    <a:pt x="1776554" y="33482"/>
                    <a:pt x="1770423" y="26061"/>
                    <a:pt x="1770564" y="17462"/>
                  </a:cubicBezTo>
                  <a:close/>
                  <a:moveTo>
                    <a:pt x="1683309" y="17462"/>
                  </a:moveTo>
                  <a:cubicBezTo>
                    <a:pt x="1683309" y="7782"/>
                    <a:pt x="1691165" y="-73"/>
                    <a:pt x="1700844" y="-73"/>
                  </a:cubicBezTo>
                  <a:lnTo>
                    <a:pt x="1700844" y="-73"/>
                  </a:lnTo>
                  <a:cubicBezTo>
                    <a:pt x="1710524" y="-73"/>
                    <a:pt x="1718379" y="7782"/>
                    <a:pt x="1718379" y="17462"/>
                  </a:cubicBezTo>
                  <a:lnTo>
                    <a:pt x="1718379" y="17462"/>
                  </a:lnTo>
                  <a:cubicBezTo>
                    <a:pt x="1718379" y="27141"/>
                    <a:pt x="1710524" y="34997"/>
                    <a:pt x="1700844" y="34997"/>
                  </a:cubicBezTo>
                  <a:lnTo>
                    <a:pt x="1700844" y="34997"/>
                  </a:lnTo>
                  <a:cubicBezTo>
                    <a:pt x="1692442" y="33426"/>
                    <a:pt x="1686396" y="26019"/>
                    <a:pt x="1686536" y="17462"/>
                  </a:cubicBezTo>
                  <a:close/>
                  <a:moveTo>
                    <a:pt x="1599142" y="17462"/>
                  </a:moveTo>
                  <a:cubicBezTo>
                    <a:pt x="1599142" y="7782"/>
                    <a:pt x="1606997" y="-73"/>
                    <a:pt x="1616677" y="-73"/>
                  </a:cubicBezTo>
                  <a:lnTo>
                    <a:pt x="1616677" y="-73"/>
                  </a:lnTo>
                  <a:cubicBezTo>
                    <a:pt x="1626356" y="-73"/>
                    <a:pt x="1634212" y="7782"/>
                    <a:pt x="1634212" y="17462"/>
                  </a:cubicBezTo>
                  <a:lnTo>
                    <a:pt x="1634212" y="17462"/>
                  </a:lnTo>
                  <a:cubicBezTo>
                    <a:pt x="1634212" y="27141"/>
                    <a:pt x="1626356" y="34997"/>
                    <a:pt x="1616677" y="34997"/>
                  </a:cubicBezTo>
                  <a:lnTo>
                    <a:pt x="1616677" y="34997"/>
                  </a:lnTo>
                  <a:cubicBezTo>
                    <a:pt x="1608330" y="33370"/>
                    <a:pt x="1602354" y="25977"/>
                    <a:pt x="1602508" y="17462"/>
                  </a:cubicBezTo>
                  <a:close/>
                  <a:moveTo>
                    <a:pt x="1514974" y="17462"/>
                  </a:moveTo>
                  <a:cubicBezTo>
                    <a:pt x="1514974" y="7782"/>
                    <a:pt x="1522829" y="-73"/>
                    <a:pt x="1532509" y="-73"/>
                  </a:cubicBezTo>
                  <a:lnTo>
                    <a:pt x="1532509" y="-73"/>
                  </a:lnTo>
                  <a:cubicBezTo>
                    <a:pt x="1542188" y="-73"/>
                    <a:pt x="1550044" y="7782"/>
                    <a:pt x="1550044" y="17462"/>
                  </a:cubicBezTo>
                  <a:lnTo>
                    <a:pt x="1550044" y="17462"/>
                  </a:lnTo>
                  <a:cubicBezTo>
                    <a:pt x="1550044" y="27141"/>
                    <a:pt x="1542188" y="34997"/>
                    <a:pt x="1532509" y="34997"/>
                  </a:cubicBezTo>
                  <a:lnTo>
                    <a:pt x="1532509" y="34997"/>
                  </a:lnTo>
                  <a:cubicBezTo>
                    <a:pt x="1524218" y="33299"/>
                    <a:pt x="1518312" y="25921"/>
                    <a:pt x="1518481" y="17462"/>
                  </a:cubicBezTo>
                  <a:close/>
                  <a:moveTo>
                    <a:pt x="1430806" y="17462"/>
                  </a:moveTo>
                  <a:cubicBezTo>
                    <a:pt x="1430806" y="7782"/>
                    <a:pt x="1438661" y="-73"/>
                    <a:pt x="1448341" y="-73"/>
                  </a:cubicBezTo>
                  <a:lnTo>
                    <a:pt x="1448341" y="-73"/>
                  </a:lnTo>
                  <a:cubicBezTo>
                    <a:pt x="1458020" y="-73"/>
                    <a:pt x="1465876" y="7782"/>
                    <a:pt x="1465876" y="17462"/>
                  </a:cubicBezTo>
                  <a:lnTo>
                    <a:pt x="1465876" y="17462"/>
                  </a:lnTo>
                  <a:cubicBezTo>
                    <a:pt x="1465876" y="27141"/>
                    <a:pt x="1458020" y="34997"/>
                    <a:pt x="1448341" y="34997"/>
                  </a:cubicBezTo>
                  <a:lnTo>
                    <a:pt x="1448341" y="34997"/>
                  </a:lnTo>
                  <a:cubicBezTo>
                    <a:pt x="1440106" y="33243"/>
                    <a:pt x="1434271" y="25879"/>
                    <a:pt x="1434453" y="17462"/>
                  </a:cubicBezTo>
                  <a:close/>
                  <a:moveTo>
                    <a:pt x="1346638" y="17462"/>
                  </a:moveTo>
                  <a:cubicBezTo>
                    <a:pt x="1346638" y="7782"/>
                    <a:pt x="1354493" y="-73"/>
                    <a:pt x="1364173" y="-73"/>
                  </a:cubicBezTo>
                  <a:lnTo>
                    <a:pt x="1364173" y="-73"/>
                  </a:lnTo>
                  <a:cubicBezTo>
                    <a:pt x="1373852" y="-73"/>
                    <a:pt x="1381708" y="7782"/>
                    <a:pt x="1381708" y="17462"/>
                  </a:cubicBezTo>
                  <a:lnTo>
                    <a:pt x="1381708" y="17462"/>
                  </a:lnTo>
                  <a:cubicBezTo>
                    <a:pt x="1381708" y="27141"/>
                    <a:pt x="1373852" y="34997"/>
                    <a:pt x="1364173" y="34997"/>
                  </a:cubicBezTo>
                  <a:lnTo>
                    <a:pt x="1364173" y="34997"/>
                  </a:lnTo>
                  <a:cubicBezTo>
                    <a:pt x="1355994" y="33187"/>
                    <a:pt x="1350229" y="25836"/>
                    <a:pt x="1350425" y="17462"/>
                  </a:cubicBezTo>
                  <a:close/>
                  <a:moveTo>
                    <a:pt x="1262470" y="17462"/>
                  </a:moveTo>
                  <a:cubicBezTo>
                    <a:pt x="1262470" y="7782"/>
                    <a:pt x="1270326" y="-73"/>
                    <a:pt x="1280005" y="-73"/>
                  </a:cubicBezTo>
                  <a:lnTo>
                    <a:pt x="1280005" y="-73"/>
                  </a:lnTo>
                  <a:cubicBezTo>
                    <a:pt x="1289656" y="-3"/>
                    <a:pt x="1297470" y="7810"/>
                    <a:pt x="1297540" y="17462"/>
                  </a:cubicBezTo>
                  <a:lnTo>
                    <a:pt x="1297540" y="17462"/>
                  </a:lnTo>
                  <a:cubicBezTo>
                    <a:pt x="1297470" y="27113"/>
                    <a:pt x="1289656" y="34927"/>
                    <a:pt x="1280005" y="34997"/>
                  </a:cubicBezTo>
                  <a:lnTo>
                    <a:pt x="1280005" y="34997"/>
                  </a:lnTo>
                  <a:cubicBezTo>
                    <a:pt x="1272205" y="32794"/>
                    <a:pt x="1266931" y="25556"/>
                    <a:pt x="1267239" y="17462"/>
                  </a:cubicBezTo>
                  <a:close/>
                  <a:moveTo>
                    <a:pt x="1178302" y="17462"/>
                  </a:moveTo>
                  <a:cubicBezTo>
                    <a:pt x="1178302" y="7782"/>
                    <a:pt x="1186158" y="-73"/>
                    <a:pt x="1195837" y="-73"/>
                  </a:cubicBezTo>
                  <a:lnTo>
                    <a:pt x="1195837" y="-73"/>
                  </a:lnTo>
                  <a:cubicBezTo>
                    <a:pt x="1205516" y="-73"/>
                    <a:pt x="1213372" y="7782"/>
                    <a:pt x="1213372" y="17462"/>
                  </a:cubicBezTo>
                  <a:lnTo>
                    <a:pt x="1213372" y="17462"/>
                  </a:lnTo>
                  <a:cubicBezTo>
                    <a:pt x="1213372" y="27141"/>
                    <a:pt x="1205516" y="34997"/>
                    <a:pt x="1195837" y="34997"/>
                  </a:cubicBezTo>
                  <a:lnTo>
                    <a:pt x="1195837" y="34997"/>
                  </a:lnTo>
                  <a:cubicBezTo>
                    <a:pt x="1188037" y="32794"/>
                    <a:pt x="1182763" y="25556"/>
                    <a:pt x="1183071" y="17462"/>
                  </a:cubicBezTo>
                  <a:close/>
                  <a:moveTo>
                    <a:pt x="1094134" y="17462"/>
                  </a:moveTo>
                  <a:cubicBezTo>
                    <a:pt x="1094134" y="7782"/>
                    <a:pt x="1101990" y="-73"/>
                    <a:pt x="1111669" y="-73"/>
                  </a:cubicBezTo>
                  <a:lnTo>
                    <a:pt x="1111669" y="-73"/>
                  </a:lnTo>
                  <a:cubicBezTo>
                    <a:pt x="1121348" y="-73"/>
                    <a:pt x="1129204" y="7782"/>
                    <a:pt x="1129204" y="17462"/>
                  </a:cubicBezTo>
                  <a:lnTo>
                    <a:pt x="1129204" y="17462"/>
                  </a:lnTo>
                  <a:cubicBezTo>
                    <a:pt x="1129204" y="27141"/>
                    <a:pt x="1121348" y="34997"/>
                    <a:pt x="1111669" y="34997"/>
                  </a:cubicBezTo>
                  <a:lnTo>
                    <a:pt x="1111669" y="34997"/>
                  </a:lnTo>
                  <a:cubicBezTo>
                    <a:pt x="1103870" y="32794"/>
                    <a:pt x="1098595" y="25556"/>
                    <a:pt x="1098904" y="17462"/>
                  </a:cubicBezTo>
                  <a:close/>
                  <a:moveTo>
                    <a:pt x="1009966" y="17462"/>
                  </a:moveTo>
                  <a:cubicBezTo>
                    <a:pt x="1009966" y="7782"/>
                    <a:pt x="1017822" y="-73"/>
                    <a:pt x="1027501" y="-73"/>
                  </a:cubicBezTo>
                  <a:lnTo>
                    <a:pt x="1027501" y="-73"/>
                  </a:lnTo>
                  <a:cubicBezTo>
                    <a:pt x="1037180" y="-73"/>
                    <a:pt x="1045036" y="7782"/>
                    <a:pt x="1045036" y="17462"/>
                  </a:cubicBezTo>
                  <a:lnTo>
                    <a:pt x="1045036" y="17462"/>
                  </a:lnTo>
                  <a:cubicBezTo>
                    <a:pt x="1045036" y="27141"/>
                    <a:pt x="1037180" y="34997"/>
                    <a:pt x="1027501" y="34997"/>
                  </a:cubicBezTo>
                  <a:lnTo>
                    <a:pt x="1027501" y="34997"/>
                  </a:lnTo>
                  <a:cubicBezTo>
                    <a:pt x="1019702" y="32794"/>
                    <a:pt x="1014427" y="25556"/>
                    <a:pt x="1014736" y="17462"/>
                  </a:cubicBezTo>
                  <a:close/>
                  <a:moveTo>
                    <a:pt x="925798" y="17462"/>
                  </a:moveTo>
                  <a:cubicBezTo>
                    <a:pt x="925798" y="7782"/>
                    <a:pt x="933654" y="-73"/>
                    <a:pt x="943333" y="-73"/>
                  </a:cubicBezTo>
                  <a:lnTo>
                    <a:pt x="943333" y="-73"/>
                  </a:lnTo>
                  <a:cubicBezTo>
                    <a:pt x="953013" y="-73"/>
                    <a:pt x="960868" y="7782"/>
                    <a:pt x="960868" y="17462"/>
                  </a:cubicBezTo>
                  <a:lnTo>
                    <a:pt x="960868" y="17462"/>
                  </a:lnTo>
                  <a:cubicBezTo>
                    <a:pt x="960868" y="27141"/>
                    <a:pt x="953013" y="34997"/>
                    <a:pt x="943333" y="34997"/>
                  </a:cubicBezTo>
                  <a:lnTo>
                    <a:pt x="943333" y="34997"/>
                  </a:lnTo>
                  <a:cubicBezTo>
                    <a:pt x="935534" y="32794"/>
                    <a:pt x="930259" y="25556"/>
                    <a:pt x="930568" y="17462"/>
                  </a:cubicBezTo>
                  <a:close/>
                  <a:moveTo>
                    <a:pt x="841630" y="17462"/>
                  </a:moveTo>
                  <a:cubicBezTo>
                    <a:pt x="841630" y="7782"/>
                    <a:pt x="849486" y="-73"/>
                    <a:pt x="859165" y="-73"/>
                  </a:cubicBezTo>
                  <a:lnTo>
                    <a:pt x="859165" y="-73"/>
                  </a:lnTo>
                  <a:cubicBezTo>
                    <a:pt x="868845" y="-73"/>
                    <a:pt x="876700" y="7782"/>
                    <a:pt x="876700" y="17462"/>
                  </a:cubicBezTo>
                  <a:lnTo>
                    <a:pt x="876700" y="17462"/>
                  </a:lnTo>
                  <a:cubicBezTo>
                    <a:pt x="876700" y="27141"/>
                    <a:pt x="868845" y="34997"/>
                    <a:pt x="859165" y="34997"/>
                  </a:cubicBezTo>
                  <a:lnTo>
                    <a:pt x="859165" y="34997"/>
                  </a:lnTo>
                  <a:cubicBezTo>
                    <a:pt x="851366" y="32794"/>
                    <a:pt x="846091" y="25556"/>
                    <a:pt x="846400" y="17462"/>
                  </a:cubicBezTo>
                  <a:close/>
                  <a:moveTo>
                    <a:pt x="757462" y="17462"/>
                  </a:moveTo>
                  <a:cubicBezTo>
                    <a:pt x="757462" y="7782"/>
                    <a:pt x="765318" y="-73"/>
                    <a:pt x="774997" y="-73"/>
                  </a:cubicBezTo>
                  <a:lnTo>
                    <a:pt x="774997" y="-73"/>
                  </a:lnTo>
                  <a:cubicBezTo>
                    <a:pt x="784677" y="-73"/>
                    <a:pt x="792532" y="7782"/>
                    <a:pt x="792532" y="17462"/>
                  </a:cubicBezTo>
                  <a:lnTo>
                    <a:pt x="792532" y="17462"/>
                  </a:lnTo>
                  <a:cubicBezTo>
                    <a:pt x="792532" y="27141"/>
                    <a:pt x="784677" y="34997"/>
                    <a:pt x="774997" y="34997"/>
                  </a:cubicBezTo>
                  <a:lnTo>
                    <a:pt x="774997" y="34997"/>
                  </a:lnTo>
                  <a:cubicBezTo>
                    <a:pt x="767198" y="32794"/>
                    <a:pt x="761923" y="25556"/>
                    <a:pt x="762232" y="17462"/>
                  </a:cubicBezTo>
                  <a:close/>
                  <a:moveTo>
                    <a:pt x="673295" y="17462"/>
                  </a:moveTo>
                  <a:cubicBezTo>
                    <a:pt x="673295" y="7782"/>
                    <a:pt x="681150" y="-73"/>
                    <a:pt x="690829" y="-73"/>
                  </a:cubicBezTo>
                  <a:lnTo>
                    <a:pt x="690829" y="-73"/>
                  </a:lnTo>
                  <a:cubicBezTo>
                    <a:pt x="700509" y="-73"/>
                    <a:pt x="708364" y="7782"/>
                    <a:pt x="708364" y="17462"/>
                  </a:cubicBezTo>
                  <a:lnTo>
                    <a:pt x="708364" y="17462"/>
                  </a:lnTo>
                  <a:cubicBezTo>
                    <a:pt x="708364" y="27141"/>
                    <a:pt x="700509" y="34997"/>
                    <a:pt x="690829" y="34997"/>
                  </a:cubicBezTo>
                  <a:lnTo>
                    <a:pt x="690829" y="34997"/>
                  </a:lnTo>
                  <a:cubicBezTo>
                    <a:pt x="683030" y="32794"/>
                    <a:pt x="677755" y="25556"/>
                    <a:pt x="678064" y="17462"/>
                  </a:cubicBezTo>
                  <a:close/>
                  <a:moveTo>
                    <a:pt x="589127" y="17462"/>
                  </a:moveTo>
                  <a:cubicBezTo>
                    <a:pt x="589042" y="7853"/>
                    <a:pt x="596772" y="11"/>
                    <a:pt x="606381" y="-73"/>
                  </a:cubicBezTo>
                  <a:cubicBezTo>
                    <a:pt x="606479" y="-73"/>
                    <a:pt x="606563" y="-73"/>
                    <a:pt x="606662" y="-73"/>
                  </a:cubicBezTo>
                  <a:lnTo>
                    <a:pt x="606662" y="-73"/>
                  </a:lnTo>
                  <a:cubicBezTo>
                    <a:pt x="616341" y="-73"/>
                    <a:pt x="624197" y="7782"/>
                    <a:pt x="624197" y="17462"/>
                  </a:cubicBezTo>
                  <a:lnTo>
                    <a:pt x="624197" y="17462"/>
                  </a:lnTo>
                  <a:cubicBezTo>
                    <a:pt x="624197" y="27141"/>
                    <a:pt x="616341" y="34997"/>
                    <a:pt x="606662" y="34997"/>
                  </a:cubicBezTo>
                  <a:lnTo>
                    <a:pt x="606662" y="34997"/>
                  </a:lnTo>
                  <a:cubicBezTo>
                    <a:pt x="598834" y="32850"/>
                    <a:pt x="593545" y="25570"/>
                    <a:pt x="593896" y="17462"/>
                  </a:cubicBezTo>
                  <a:close/>
                  <a:moveTo>
                    <a:pt x="504959" y="17462"/>
                  </a:moveTo>
                  <a:cubicBezTo>
                    <a:pt x="504959" y="7782"/>
                    <a:pt x="512814" y="-73"/>
                    <a:pt x="522494" y="-73"/>
                  </a:cubicBezTo>
                  <a:lnTo>
                    <a:pt x="522494" y="-73"/>
                  </a:lnTo>
                  <a:cubicBezTo>
                    <a:pt x="532173" y="-73"/>
                    <a:pt x="540029" y="7782"/>
                    <a:pt x="540029" y="17462"/>
                  </a:cubicBezTo>
                  <a:lnTo>
                    <a:pt x="540029" y="17462"/>
                  </a:lnTo>
                  <a:cubicBezTo>
                    <a:pt x="540029" y="27141"/>
                    <a:pt x="532173" y="34997"/>
                    <a:pt x="522494" y="34997"/>
                  </a:cubicBezTo>
                  <a:lnTo>
                    <a:pt x="522494" y="34997"/>
                  </a:lnTo>
                  <a:cubicBezTo>
                    <a:pt x="514975" y="32542"/>
                    <a:pt x="510037" y="25360"/>
                    <a:pt x="510430" y="17462"/>
                  </a:cubicBezTo>
                  <a:close/>
                  <a:moveTo>
                    <a:pt x="420791" y="17462"/>
                  </a:moveTo>
                  <a:cubicBezTo>
                    <a:pt x="420791" y="7782"/>
                    <a:pt x="428646" y="-73"/>
                    <a:pt x="438326" y="-73"/>
                  </a:cubicBezTo>
                  <a:lnTo>
                    <a:pt x="438326" y="-73"/>
                  </a:lnTo>
                  <a:cubicBezTo>
                    <a:pt x="448005" y="-73"/>
                    <a:pt x="455861" y="7782"/>
                    <a:pt x="455861" y="17462"/>
                  </a:cubicBezTo>
                  <a:lnTo>
                    <a:pt x="455861" y="17462"/>
                  </a:lnTo>
                  <a:cubicBezTo>
                    <a:pt x="455861" y="27141"/>
                    <a:pt x="448005" y="34997"/>
                    <a:pt x="438326" y="34997"/>
                  </a:cubicBezTo>
                  <a:lnTo>
                    <a:pt x="438326" y="34997"/>
                  </a:lnTo>
                  <a:cubicBezTo>
                    <a:pt x="430863" y="32486"/>
                    <a:pt x="425995" y="25317"/>
                    <a:pt x="426402" y="17462"/>
                  </a:cubicBezTo>
                  <a:close/>
                  <a:moveTo>
                    <a:pt x="336623" y="17462"/>
                  </a:moveTo>
                  <a:cubicBezTo>
                    <a:pt x="336623" y="7782"/>
                    <a:pt x="344478" y="-73"/>
                    <a:pt x="354158" y="-73"/>
                  </a:cubicBezTo>
                  <a:lnTo>
                    <a:pt x="354158" y="-73"/>
                  </a:lnTo>
                  <a:cubicBezTo>
                    <a:pt x="363837" y="-73"/>
                    <a:pt x="371693" y="7782"/>
                    <a:pt x="371693" y="17462"/>
                  </a:cubicBezTo>
                  <a:lnTo>
                    <a:pt x="371693" y="17462"/>
                  </a:lnTo>
                  <a:cubicBezTo>
                    <a:pt x="371693" y="27141"/>
                    <a:pt x="363837" y="34997"/>
                    <a:pt x="354158" y="34997"/>
                  </a:cubicBezTo>
                  <a:lnTo>
                    <a:pt x="354158" y="34997"/>
                  </a:lnTo>
                  <a:cubicBezTo>
                    <a:pt x="346751" y="32444"/>
                    <a:pt x="341939" y="25289"/>
                    <a:pt x="342374" y="17462"/>
                  </a:cubicBezTo>
                  <a:close/>
                  <a:moveTo>
                    <a:pt x="252455" y="17462"/>
                  </a:moveTo>
                  <a:cubicBezTo>
                    <a:pt x="252455" y="7782"/>
                    <a:pt x="260311" y="-73"/>
                    <a:pt x="269990" y="-73"/>
                  </a:cubicBezTo>
                  <a:lnTo>
                    <a:pt x="269990" y="-73"/>
                  </a:lnTo>
                  <a:cubicBezTo>
                    <a:pt x="279669" y="-73"/>
                    <a:pt x="287525" y="7782"/>
                    <a:pt x="287525" y="17462"/>
                  </a:cubicBezTo>
                  <a:lnTo>
                    <a:pt x="287525" y="17462"/>
                  </a:lnTo>
                  <a:cubicBezTo>
                    <a:pt x="287525" y="27141"/>
                    <a:pt x="279669" y="34997"/>
                    <a:pt x="269990" y="34997"/>
                  </a:cubicBezTo>
                  <a:lnTo>
                    <a:pt x="269990" y="34997"/>
                  </a:lnTo>
                  <a:cubicBezTo>
                    <a:pt x="262639" y="32387"/>
                    <a:pt x="257898" y="25247"/>
                    <a:pt x="258347" y="17462"/>
                  </a:cubicBezTo>
                  <a:close/>
                  <a:moveTo>
                    <a:pt x="168287" y="17462"/>
                  </a:moveTo>
                  <a:cubicBezTo>
                    <a:pt x="168287" y="7782"/>
                    <a:pt x="176143" y="-73"/>
                    <a:pt x="185822" y="-73"/>
                  </a:cubicBezTo>
                  <a:lnTo>
                    <a:pt x="185822" y="-73"/>
                  </a:lnTo>
                  <a:cubicBezTo>
                    <a:pt x="195501" y="-73"/>
                    <a:pt x="203357" y="7782"/>
                    <a:pt x="203357" y="17462"/>
                  </a:cubicBezTo>
                  <a:lnTo>
                    <a:pt x="203357" y="17462"/>
                  </a:lnTo>
                  <a:cubicBezTo>
                    <a:pt x="203357" y="27141"/>
                    <a:pt x="195501" y="34997"/>
                    <a:pt x="185822" y="34997"/>
                  </a:cubicBezTo>
                  <a:lnTo>
                    <a:pt x="185822" y="34997"/>
                  </a:lnTo>
                  <a:cubicBezTo>
                    <a:pt x="178527" y="32346"/>
                    <a:pt x="173856" y="25205"/>
                    <a:pt x="174319" y="17462"/>
                  </a:cubicBezTo>
                  <a:close/>
                  <a:moveTo>
                    <a:pt x="84119" y="17462"/>
                  </a:moveTo>
                  <a:cubicBezTo>
                    <a:pt x="84119" y="7782"/>
                    <a:pt x="91975" y="-73"/>
                    <a:pt x="101654" y="-73"/>
                  </a:cubicBezTo>
                  <a:lnTo>
                    <a:pt x="101654" y="-73"/>
                  </a:lnTo>
                  <a:cubicBezTo>
                    <a:pt x="111333" y="-73"/>
                    <a:pt x="119189" y="7782"/>
                    <a:pt x="119189" y="17462"/>
                  </a:cubicBezTo>
                  <a:lnTo>
                    <a:pt x="119189" y="17462"/>
                  </a:lnTo>
                  <a:cubicBezTo>
                    <a:pt x="119189" y="27141"/>
                    <a:pt x="111333" y="34997"/>
                    <a:pt x="101654" y="34997"/>
                  </a:cubicBezTo>
                  <a:lnTo>
                    <a:pt x="101654" y="34997"/>
                  </a:lnTo>
                  <a:cubicBezTo>
                    <a:pt x="94416" y="32289"/>
                    <a:pt x="89800" y="25177"/>
                    <a:pt x="90291" y="17462"/>
                  </a:cubicBezTo>
                  <a:close/>
                  <a:moveTo>
                    <a:pt x="-49" y="17462"/>
                  </a:moveTo>
                  <a:cubicBezTo>
                    <a:pt x="-133" y="7853"/>
                    <a:pt x="7596" y="11"/>
                    <a:pt x="17206" y="-73"/>
                  </a:cubicBezTo>
                  <a:cubicBezTo>
                    <a:pt x="17248" y="-73"/>
                    <a:pt x="17304" y="-73"/>
                    <a:pt x="17346" y="-73"/>
                  </a:cubicBezTo>
                  <a:lnTo>
                    <a:pt x="17346" y="-73"/>
                  </a:lnTo>
                  <a:cubicBezTo>
                    <a:pt x="27025" y="-157"/>
                    <a:pt x="34937" y="7642"/>
                    <a:pt x="35021" y="17322"/>
                  </a:cubicBezTo>
                  <a:cubicBezTo>
                    <a:pt x="35021" y="17364"/>
                    <a:pt x="35021" y="17420"/>
                    <a:pt x="35021" y="17462"/>
                  </a:cubicBezTo>
                  <a:lnTo>
                    <a:pt x="35021" y="17462"/>
                  </a:lnTo>
                  <a:cubicBezTo>
                    <a:pt x="35021" y="27141"/>
                    <a:pt x="27165" y="34997"/>
                    <a:pt x="17486" y="34997"/>
                  </a:cubicBezTo>
                  <a:cubicBezTo>
                    <a:pt x="17444" y="34997"/>
                    <a:pt x="17388" y="34997"/>
                    <a:pt x="17346" y="34997"/>
                  </a:cubicBezTo>
                  <a:lnTo>
                    <a:pt x="17346" y="34997"/>
                  </a:lnTo>
                  <a:cubicBezTo>
                    <a:pt x="10248" y="32191"/>
                    <a:pt x="5801" y="25079"/>
                    <a:pt x="6404" y="1746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6" name="Freeform: Shape 17705">
              <a:extLst>
                <a:ext uri="{FF2B5EF4-FFF2-40B4-BE49-F238E27FC236}">
                  <a16:creationId xmlns:a16="http://schemas.microsoft.com/office/drawing/2014/main" id="{18749152-C67F-7455-8490-4FE5891201B5}"/>
                </a:ext>
              </a:extLst>
            </p:cNvPr>
            <p:cNvSpPr/>
            <p:nvPr/>
          </p:nvSpPr>
          <p:spPr>
            <a:xfrm>
              <a:off x="9402151" y="2803716"/>
              <a:ext cx="35217" cy="34859"/>
            </a:xfrm>
            <a:custGeom>
              <a:avLst/>
              <a:gdLst>
                <a:gd name="connsiteX0" fmla="*/ 17159 w 35217"/>
                <a:gd name="connsiteY0" fmla="*/ 34772 h 34859"/>
                <a:gd name="connsiteX1" fmla="*/ 4815 w 35217"/>
                <a:gd name="connsiteY1" fmla="*/ 29722 h 34859"/>
                <a:gd name="connsiteX2" fmla="*/ 2570 w 35217"/>
                <a:gd name="connsiteY2" fmla="*/ 27056 h 34859"/>
                <a:gd name="connsiteX3" fmla="*/ 1027 w 35217"/>
                <a:gd name="connsiteY3" fmla="*/ 23970 h 34859"/>
                <a:gd name="connsiteX4" fmla="*/ 45 w 35217"/>
                <a:gd name="connsiteY4" fmla="*/ 20744 h 34859"/>
                <a:gd name="connsiteX5" fmla="*/ 45 w 35217"/>
                <a:gd name="connsiteY5" fmla="*/ 17237 h 34859"/>
                <a:gd name="connsiteX6" fmla="*/ 5236 w 35217"/>
                <a:gd name="connsiteY6" fmla="*/ 4892 h 34859"/>
                <a:gd name="connsiteX7" fmla="*/ 29925 w 35217"/>
                <a:gd name="connsiteY7" fmla="*/ 4892 h 34859"/>
                <a:gd name="connsiteX8" fmla="*/ 35115 w 35217"/>
                <a:gd name="connsiteY8" fmla="*/ 17237 h 34859"/>
                <a:gd name="connsiteX9" fmla="*/ 35115 w 35217"/>
                <a:gd name="connsiteY9" fmla="*/ 20744 h 34859"/>
                <a:gd name="connsiteX10" fmla="*/ 33993 w 35217"/>
                <a:gd name="connsiteY10" fmla="*/ 23970 h 34859"/>
                <a:gd name="connsiteX11" fmla="*/ 32450 w 35217"/>
                <a:gd name="connsiteY11" fmla="*/ 27056 h 34859"/>
                <a:gd name="connsiteX12" fmla="*/ 30205 w 35217"/>
                <a:gd name="connsiteY12" fmla="*/ 29722 h 34859"/>
                <a:gd name="connsiteX13" fmla="*/ 17159 w 35217"/>
                <a:gd name="connsiteY13" fmla="*/ 34772 h 34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217" h="34859">
                  <a:moveTo>
                    <a:pt x="17159" y="34772"/>
                  </a:moveTo>
                  <a:cubicBezTo>
                    <a:pt x="12544" y="34786"/>
                    <a:pt x="8097" y="32962"/>
                    <a:pt x="4815" y="29722"/>
                  </a:cubicBezTo>
                  <a:cubicBezTo>
                    <a:pt x="3973" y="28880"/>
                    <a:pt x="3272" y="27898"/>
                    <a:pt x="2570" y="27056"/>
                  </a:cubicBezTo>
                  <a:cubicBezTo>
                    <a:pt x="1967" y="26074"/>
                    <a:pt x="1462" y="25036"/>
                    <a:pt x="1027" y="23970"/>
                  </a:cubicBezTo>
                  <a:cubicBezTo>
                    <a:pt x="565" y="22932"/>
                    <a:pt x="242" y="21852"/>
                    <a:pt x="45" y="20744"/>
                  </a:cubicBezTo>
                  <a:cubicBezTo>
                    <a:pt x="-81" y="19580"/>
                    <a:pt x="-81" y="18401"/>
                    <a:pt x="45" y="17237"/>
                  </a:cubicBezTo>
                  <a:cubicBezTo>
                    <a:pt x="31" y="12594"/>
                    <a:pt x="1897" y="8133"/>
                    <a:pt x="5236" y="4892"/>
                  </a:cubicBezTo>
                  <a:cubicBezTo>
                    <a:pt x="12137" y="-1729"/>
                    <a:pt x="23023" y="-1729"/>
                    <a:pt x="29925" y="4892"/>
                  </a:cubicBezTo>
                  <a:cubicBezTo>
                    <a:pt x="33264" y="8133"/>
                    <a:pt x="35129" y="12594"/>
                    <a:pt x="35115" y="17237"/>
                  </a:cubicBezTo>
                  <a:cubicBezTo>
                    <a:pt x="35185" y="18401"/>
                    <a:pt x="35185" y="19580"/>
                    <a:pt x="35115" y="20744"/>
                  </a:cubicBezTo>
                  <a:cubicBezTo>
                    <a:pt x="34877" y="21866"/>
                    <a:pt x="34498" y="22946"/>
                    <a:pt x="33993" y="23970"/>
                  </a:cubicBezTo>
                  <a:cubicBezTo>
                    <a:pt x="33558" y="25036"/>
                    <a:pt x="33053" y="26074"/>
                    <a:pt x="32450" y="27056"/>
                  </a:cubicBezTo>
                  <a:cubicBezTo>
                    <a:pt x="31749" y="27898"/>
                    <a:pt x="31047" y="28880"/>
                    <a:pt x="30205" y="29722"/>
                  </a:cubicBezTo>
                  <a:cubicBezTo>
                    <a:pt x="26741" y="33145"/>
                    <a:pt x="22013" y="34968"/>
                    <a:pt x="17159" y="34772"/>
                  </a:cubicBezTo>
                  <a:close/>
                </a:path>
              </a:pathLst>
            </a:custGeom>
            <a:solidFill>
              <a:srgbClr val="00A690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7" name="Freeform: Shape 17706">
              <a:extLst>
                <a:ext uri="{FF2B5EF4-FFF2-40B4-BE49-F238E27FC236}">
                  <a16:creationId xmlns:a16="http://schemas.microsoft.com/office/drawing/2014/main" id="{AACCF7B2-16E7-8D86-5D3E-CBC5920931B2}"/>
                </a:ext>
              </a:extLst>
            </p:cNvPr>
            <p:cNvSpPr/>
            <p:nvPr/>
          </p:nvSpPr>
          <p:spPr>
            <a:xfrm>
              <a:off x="6635119" y="4034646"/>
              <a:ext cx="34754" cy="35011"/>
            </a:xfrm>
            <a:custGeom>
              <a:avLst/>
              <a:gdLst>
                <a:gd name="connsiteX0" fmla="*/ 17591 w 34754"/>
                <a:gd name="connsiteY0" fmla="*/ 34937 h 35011"/>
                <a:gd name="connsiteX1" fmla="*/ 5246 w 34754"/>
                <a:gd name="connsiteY1" fmla="*/ 29887 h 35011"/>
                <a:gd name="connsiteX2" fmla="*/ 1459 w 34754"/>
                <a:gd name="connsiteY2" fmla="*/ 24136 h 35011"/>
                <a:gd name="connsiteX3" fmla="*/ 56 w 34754"/>
                <a:gd name="connsiteY3" fmla="*/ 17402 h 35011"/>
                <a:gd name="connsiteX4" fmla="*/ 56 w 34754"/>
                <a:gd name="connsiteY4" fmla="*/ 14035 h 35011"/>
                <a:gd name="connsiteX5" fmla="*/ 1038 w 34754"/>
                <a:gd name="connsiteY5" fmla="*/ 10669 h 35011"/>
                <a:gd name="connsiteX6" fmla="*/ 2581 w 34754"/>
                <a:gd name="connsiteY6" fmla="*/ 7723 h 35011"/>
                <a:gd name="connsiteX7" fmla="*/ 4825 w 34754"/>
                <a:gd name="connsiteY7" fmla="*/ 5058 h 35011"/>
                <a:gd name="connsiteX8" fmla="*/ 20677 w 34754"/>
                <a:gd name="connsiteY8" fmla="*/ 288 h 35011"/>
                <a:gd name="connsiteX9" fmla="*/ 23903 w 34754"/>
                <a:gd name="connsiteY9" fmla="*/ 1270 h 35011"/>
                <a:gd name="connsiteX10" fmla="*/ 26989 w 34754"/>
                <a:gd name="connsiteY10" fmla="*/ 2813 h 35011"/>
                <a:gd name="connsiteX11" fmla="*/ 29655 w 34754"/>
                <a:gd name="connsiteY11" fmla="*/ 5058 h 35011"/>
                <a:gd name="connsiteX12" fmla="*/ 34705 w 34754"/>
                <a:gd name="connsiteY12" fmla="*/ 17402 h 35011"/>
                <a:gd name="connsiteX13" fmla="*/ 33442 w 34754"/>
                <a:gd name="connsiteY13" fmla="*/ 24136 h 35011"/>
                <a:gd name="connsiteX14" fmla="*/ 23903 w 34754"/>
                <a:gd name="connsiteY14" fmla="*/ 33675 h 35011"/>
                <a:gd name="connsiteX15" fmla="*/ 17591 w 34754"/>
                <a:gd name="connsiteY15" fmla="*/ 34937 h 3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754" h="35011">
                  <a:moveTo>
                    <a:pt x="17591" y="34937"/>
                  </a:moveTo>
                  <a:cubicBezTo>
                    <a:pt x="12976" y="34951"/>
                    <a:pt x="8529" y="33128"/>
                    <a:pt x="5246" y="29887"/>
                  </a:cubicBezTo>
                  <a:cubicBezTo>
                    <a:pt x="3605" y="28246"/>
                    <a:pt x="2314" y="26296"/>
                    <a:pt x="1459" y="24136"/>
                  </a:cubicBezTo>
                  <a:cubicBezTo>
                    <a:pt x="505" y="22017"/>
                    <a:pt x="14" y="19717"/>
                    <a:pt x="56" y="17402"/>
                  </a:cubicBezTo>
                  <a:cubicBezTo>
                    <a:pt x="-85" y="16280"/>
                    <a:pt x="-85" y="15158"/>
                    <a:pt x="56" y="14035"/>
                  </a:cubicBezTo>
                  <a:cubicBezTo>
                    <a:pt x="252" y="12885"/>
                    <a:pt x="589" y="11749"/>
                    <a:pt x="1038" y="10669"/>
                  </a:cubicBezTo>
                  <a:cubicBezTo>
                    <a:pt x="1501" y="9659"/>
                    <a:pt x="2006" y="8677"/>
                    <a:pt x="2581" y="7723"/>
                  </a:cubicBezTo>
                  <a:cubicBezTo>
                    <a:pt x="3254" y="6769"/>
                    <a:pt x="3998" y="5885"/>
                    <a:pt x="4825" y="5058"/>
                  </a:cubicBezTo>
                  <a:cubicBezTo>
                    <a:pt x="8964" y="891"/>
                    <a:pt x="14925" y="-905"/>
                    <a:pt x="20677" y="288"/>
                  </a:cubicBezTo>
                  <a:cubicBezTo>
                    <a:pt x="21785" y="485"/>
                    <a:pt x="22865" y="821"/>
                    <a:pt x="23903" y="1270"/>
                  </a:cubicBezTo>
                  <a:lnTo>
                    <a:pt x="26989" y="2813"/>
                  </a:lnTo>
                  <a:lnTo>
                    <a:pt x="29655" y="5058"/>
                  </a:lnTo>
                  <a:cubicBezTo>
                    <a:pt x="32867" y="8368"/>
                    <a:pt x="34677" y="12787"/>
                    <a:pt x="34705" y="17402"/>
                  </a:cubicBezTo>
                  <a:cubicBezTo>
                    <a:pt x="34719" y="19703"/>
                    <a:pt x="34298" y="21989"/>
                    <a:pt x="33442" y="24136"/>
                  </a:cubicBezTo>
                  <a:cubicBezTo>
                    <a:pt x="31703" y="28484"/>
                    <a:pt x="28252" y="31935"/>
                    <a:pt x="23903" y="33675"/>
                  </a:cubicBezTo>
                  <a:cubicBezTo>
                    <a:pt x="21897" y="34474"/>
                    <a:pt x="19751" y="34895"/>
                    <a:pt x="17591" y="34937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09" name="Freeform: Shape 17708">
              <a:extLst>
                <a:ext uri="{FF2B5EF4-FFF2-40B4-BE49-F238E27FC236}">
                  <a16:creationId xmlns:a16="http://schemas.microsoft.com/office/drawing/2014/main" id="{4254D41E-27A6-7204-44D9-BD3B51338D3A}"/>
                </a:ext>
              </a:extLst>
            </p:cNvPr>
            <p:cNvSpPr/>
            <p:nvPr/>
          </p:nvSpPr>
          <p:spPr>
            <a:xfrm flipH="1">
              <a:off x="6686882" y="4036408"/>
              <a:ext cx="50514" cy="37157"/>
            </a:xfrm>
            <a:custGeom>
              <a:avLst/>
              <a:gdLst>
                <a:gd name="connsiteX0" fmla="*/ 17486 w 35072"/>
                <a:gd name="connsiteY0" fmla="*/ 34927 h 35000"/>
                <a:gd name="connsiteX1" fmla="*/ 5001 w 35072"/>
                <a:gd name="connsiteY1" fmla="*/ 29877 h 35000"/>
                <a:gd name="connsiteX2" fmla="*/ 1213 w 35072"/>
                <a:gd name="connsiteY2" fmla="*/ 24125 h 35000"/>
                <a:gd name="connsiteX3" fmla="*/ -49 w 35072"/>
                <a:gd name="connsiteY3" fmla="*/ 17392 h 35000"/>
                <a:gd name="connsiteX4" fmla="*/ 17275 w 35072"/>
                <a:gd name="connsiteY4" fmla="*/ -73 h 35000"/>
                <a:gd name="connsiteX5" fmla="*/ 20852 w 35072"/>
                <a:gd name="connsiteY5" fmla="*/ 278 h 35000"/>
                <a:gd name="connsiteX6" fmla="*/ 24219 w 35072"/>
                <a:gd name="connsiteY6" fmla="*/ 1260 h 35000"/>
                <a:gd name="connsiteX7" fmla="*/ 27165 w 35072"/>
                <a:gd name="connsiteY7" fmla="*/ 2803 h 35000"/>
                <a:gd name="connsiteX8" fmla="*/ 29830 w 35072"/>
                <a:gd name="connsiteY8" fmla="*/ 5047 h 35000"/>
                <a:gd name="connsiteX9" fmla="*/ 35021 w 35072"/>
                <a:gd name="connsiteY9" fmla="*/ 17392 h 35000"/>
                <a:gd name="connsiteX10" fmla="*/ 33618 w 35072"/>
                <a:gd name="connsiteY10" fmla="*/ 24125 h 35000"/>
                <a:gd name="connsiteX11" fmla="*/ 29830 w 35072"/>
                <a:gd name="connsiteY11" fmla="*/ 29877 h 35000"/>
                <a:gd name="connsiteX12" fmla="*/ 17486 w 35072"/>
                <a:gd name="connsiteY12" fmla="*/ 34927 h 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072" h="35000">
                  <a:moveTo>
                    <a:pt x="17486" y="34927"/>
                  </a:moveTo>
                  <a:cubicBezTo>
                    <a:pt x="12829" y="34941"/>
                    <a:pt x="8339" y="33131"/>
                    <a:pt x="5001" y="29877"/>
                  </a:cubicBezTo>
                  <a:cubicBezTo>
                    <a:pt x="3359" y="28235"/>
                    <a:pt x="2069" y="26286"/>
                    <a:pt x="1213" y="24125"/>
                  </a:cubicBezTo>
                  <a:cubicBezTo>
                    <a:pt x="358" y="21979"/>
                    <a:pt x="-63" y="19693"/>
                    <a:pt x="-49" y="17392"/>
                  </a:cubicBezTo>
                  <a:cubicBezTo>
                    <a:pt x="-92" y="7783"/>
                    <a:pt x="7666" y="-31"/>
                    <a:pt x="17275" y="-73"/>
                  </a:cubicBezTo>
                  <a:cubicBezTo>
                    <a:pt x="18467" y="-87"/>
                    <a:pt x="19674" y="39"/>
                    <a:pt x="20852" y="278"/>
                  </a:cubicBezTo>
                  <a:cubicBezTo>
                    <a:pt x="22003" y="474"/>
                    <a:pt x="23139" y="811"/>
                    <a:pt x="24219" y="1260"/>
                  </a:cubicBezTo>
                  <a:lnTo>
                    <a:pt x="27165" y="2803"/>
                  </a:lnTo>
                  <a:lnTo>
                    <a:pt x="29830" y="5047"/>
                  </a:lnTo>
                  <a:cubicBezTo>
                    <a:pt x="33113" y="8316"/>
                    <a:pt x="34978" y="12762"/>
                    <a:pt x="35021" y="17392"/>
                  </a:cubicBezTo>
                  <a:cubicBezTo>
                    <a:pt x="35063" y="19706"/>
                    <a:pt x="34572" y="22007"/>
                    <a:pt x="33618" y="24125"/>
                  </a:cubicBezTo>
                  <a:cubicBezTo>
                    <a:pt x="32762" y="26286"/>
                    <a:pt x="31471" y="28235"/>
                    <a:pt x="29830" y="29877"/>
                  </a:cubicBezTo>
                  <a:cubicBezTo>
                    <a:pt x="26520" y="33089"/>
                    <a:pt x="22101" y="34899"/>
                    <a:pt x="17486" y="34927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0" name="Freeform: Shape 17709">
              <a:extLst>
                <a:ext uri="{FF2B5EF4-FFF2-40B4-BE49-F238E27FC236}">
                  <a16:creationId xmlns:a16="http://schemas.microsoft.com/office/drawing/2014/main" id="{83B8F3CC-6682-CCF7-D363-73ABA0785C81}"/>
                </a:ext>
              </a:extLst>
            </p:cNvPr>
            <p:cNvSpPr/>
            <p:nvPr/>
          </p:nvSpPr>
          <p:spPr>
            <a:xfrm>
              <a:off x="5369621" y="1068511"/>
              <a:ext cx="1042559" cy="1042559"/>
            </a:xfrm>
            <a:custGeom>
              <a:avLst/>
              <a:gdLst>
                <a:gd name="connsiteX0" fmla="*/ 1042560 w 1042559"/>
                <a:gd name="connsiteY0" fmla="*/ 521280 h 1042559"/>
                <a:gd name="connsiteX1" fmla="*/ 521280 w 1042559"/>
                <a:gd name="connsiteY1" fmla="*/ 1042560 h 1042559"/>
                <a:gd name="connsiteX2" fmla="*/ 0 w 1042559"/>
                <a:gd name="connsiteY2" fmla="*/ 521280 h 1042559"/>
                <a:gd name="connsiteX3" fmla="*/ 521280 w 1042559"/>
                <a:gd name="connsiteY3" fmla="*/ 0 h 1042559"/>
                <a:gd name="connsiteX4" fmla="*/ 1042560 w 1042559"/>
                <a:gd name="connsiteY4" fmla="*/ 521280 h 104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2559" h="1042559">
                  <a:moveTo>
                    <a:pt x="1042560" y="521280"/>
                  </a:moveTo>
                  <a:cubicBezTo>
                    <a:pt x="1042560" y="809175"/>
                    <a:pt x="809175" y="1042560"/>
                    <a:pt x="521280" y="1042560"/>
                  </a:cubicBezTo>
                  <a:cubicBezTo>
                    <a:pt x="233385" y="1042560"/>
                    <a:pt x="0" y="809175"/>
                    <a:pt x="0" y="521280"/>
                  </a:cubicBezTo>
                  <a:cubicBezTo>
                    <a:pt x="0" y="233385"/>
                    <a:pt x="233385" y="0"/>
                    <a:pt x="521280" y="0"/>
                  </a:cubicBezTo>
                  <a:cubicBezTo>
                    <a:pt x="809175" y="0"/>
                    <a:pt x="1042560" y="233385"/>
                    <a:pt x="1042560" y="521280"/>
                  </a:cubicBezTo>
                  <a:close/>
                </a:path>
              </a:pathLst>
            </a:custGeom>
            <a:solidFill>
              <a:schemeClr val="accent1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1" name="Freeform: Shape 17710">
              <a:extLst>
                <a:ext uri="{FF2B5EF4-FFF2-40B4-BE49-F238E27FC236}">
                  <a16:creationId xmlns:a16="http://schemas.microsoft.com/office/drawing/2014/main" id="{1B6B77D7-4982-1338-AB43-ED74F82F4151}"/>
                </a:ext>
              </a:extLst>
            </p:cNvPr>
            <p:cNvSpPr/>
            <p:nvPr/>
          </p:nvSpPr>
          <p:spPr>
            <a:xfrm>
              <a:off x="5292326" y="991637"/>
              <a:ext cx="1196587" cy="1196587"/>
            </a:xfrm>
            <a:custGeom>
              <a:avLst/>
              <a:gdLst>
                <a:gd name="connsiteX0" fmla="*/ 598665 w 1196587"/>
                <a:gd name="connsiteY0" fmla="*/ -74 h 1196587"/>
                <a:gd name="connsiteX1" fmla="*/ -49 w 1196587"/>
                <a:gd name="connsiteY1" fmla="*/ 597799 h 1196587"/>
                <a:gd name="connsiteX2" fmla="*/ 597823 w 1196587"/>
                <a:gd name="connsiteY2" fmla="*/ 1196513 h 1196587"/>
                <a:gd name="connsiteX3" fmla="*/ 1196538 w 1196587"/>
                <a:gd name="connsiteY3" fmla="*/ 598641 h 1196587"/>
                <a:gd name="connsiteX4" fmla="*/ 1196538 w 1196587"/>
                <a:gd name="connsiteY4" fmla="*/ 598220 h 1196587"/>
                <a:gd name="connsiteX5" fmla="*/ 598665 w 1196587"/>
                <a:gd name="connsiteY5" fmla="*/ -74 h 1196587"/>
                <a:gd name="connsiteX6" fmla="*/ 598665 w 1196587"/>
                <a:gd name="connsiteY6" fmla="*/ 1028037 h 1196587"/>
                <a:gd name="connsiteX7" fmla="*/ 168286 w 1196587"/>
                <a:gd name="connsiteY7" fmla="*/ 598500 h 1196587"/>
                <a:gd name="connsiteX8" fmla="*/ 597823 w 1196587"/>
                <a:gd name="connsiteY8" fmla="*/ 168122 h 1196587"/>
                <a:gd name="connsiteX9" fmla="*/ 1028202 w 1196587"/>
                <a:gd name="connsiteY9" fmla="*/ 597659 h 1196587"/>
                <a:gd name="connsiteX10" fmla="*/ 1028202 w 1196587"/>
                <a:gd name="connsiteY10" fmla="*/ 598220 h 1196587"/>
                <a:gd name="connsiteX11" fmla="*/ 598665 w 1196587"/>
                <a:gd name="connsiteY11" fmla="*/ 1028037 h 119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6587" h="1196587">
                  <a:moveTo>
                    <a:pt x="598665" y="-74"/>
                  </a:moveTo>
                  <a:cubicBezTo>
                    <a:pt x="268237" y="-307"/>
                    <a:pt x="184" y="267370"/>
                    <a:pt x="-49" y="597799"/>
                  </a:cubicBezTo>
                  <a:cubicBezTo>
                    <a:pt x="-282" y="928228"/>
                    <a:pt x="267396" y="1196275"/>
                    <a:pt x="597823" y="1196513"/>
                  </a:cubicBezTo>
                  <a:cubicBezTo>
                    <a:pt x="928253" y="1196752"/>
                    <a:pt x="1196299" y="929070"/>
                    <a:pt x="1196538" y="598641"/>
                  </a:cubicBezTo>
                  <a:cubicBezTo>
                    <a:pt x="1196538" y="598500"/>
                    <a:pt x="1196538" y="598360"/>
                    <a:pt x="1196538" y="598220"/>
                  </a:cubicBezTo>
                  <a:cubicBezTo>
                    <a:pt x="1196622" y="267917"/>
                    <a:pt x="928968" y="82"/>
                    <a:pt x="598665" y="-74"/>
                  </a:cubicBezTo>
                  <a:close/>
                  <a:moveTo>
                    <a:pt x="598665" y="1028037"/>
                  </a:moveTo>
                  <a:cubicBezTo>
                    <a:pt x="361206" y="1028276"/>
                    <a:pt x="168519" y="835966"/>
                    <a:pt x="168286" y="598500"/>
                  </a:cubicBezTo>
                  <a:cubicBezTo>
                    <a:pt x="168054" y="361035"/>
                    <a:pt x="360365" y="168355"/>
                    <a:pt x="597823" y="168122"/>
                  </a:cubicBezTo>
                  <a:cubicBezTo>
                    <a:pt x="835289" y="167890"/>
                    <a:pt x="1027964" y="360193"/>
                    <a:pt x="1028202" y="597659"/>
                  </a:cubicBezTo>
                  <a:cubicBezTo>
                    <a:pt x="1028202" y="597841"/>
                    <a:pt x="1028202" y="598037"/>
                    <a:pt x="1028202" y="598220"/>
                  </a:cubicBezTo>
                  <a:cubicBezTo>
                    <a:pt x="1028202" y="835489"/>
                    <a:pt x="835934" y="1027883"/>
                    <a:pt x="598665" y="1028037"/>
                  </a:cubicBezTo>
                  <a:close/>
                </a:path>
              </a:pathLst>
            </a:custGeom>
            <a:solidFill>
              <a:schemeClr val="bg1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2" name="Freeform: Shape 17711">
              <a:extLst>
                <a:ext uri="{FF2B5EF4-FFF2-40B4-BE49-F238E27FC236}">
                  <a16:creationId xmlns:a16="http://schemas.microsoft.com/office/drawing/2014/main" id="{BB44E383-B0E6-B31D-AFDB-C81C4EF56896}"/>
                </a:ext>
              </a:extLst>
            </p:cNvPr>
            <p:cNvSpPr/>
            <p:nvPr/>
          </p:nvSpPr>
          <p:spPr>
            <a:xfrm>
              <a:off x="5869124" y="861873"/>
              <a:ext cx="750109" cy="749236"/>
            </a:xfrm>
            <a:custGeom>
              <a:avLst/>
              <a:gdLst>
                <a:gd name="connsiteX0" fmla="*/ 733508 w 750109"/>
                <a:gd name="connsiteY0" fmla="*/ 707082 h 749236"/>
                <a:gd name="connsiteX1" fmla="*/ 42629 w 750109"/>
                <a:gd name="connsiteY1" fmla="*/ 15783 h 749236"/>
                <a:gd name="connsiteX2" fmla="*/ 15808 w 750109"/>
                <a:gd name="connsiteY2" fmla="*/ 745 h 749236"/>
                <a:gd name="connsiteX3" fmla="*/ 770 w 750109"/>
                <a:gd name="connsiteY3" fmla="*/ 27567 h 749236"/>
                <a:gd name="connsiteX4" fmla="*/ 27591 w 750109"/>
                <a:gd name="connsiteY4" fmla="*/ 42605 h 749236"/>
                <a:gd name="connsiteX5" fmla="*/ 42629 w 750109"/>
                <a:gd name="connsiteY5" fmla="*/ 27567 h 749236"/>
                <a:gd name="connsiteX6" fmla="*/ 722005 w 750109"/>
                <a:gd name="connsiteY6" fmla="*/ 706942 h 749236"/>
                <a:gd name="connsiteX7" fmla="*/ 707836 w 750109"/>
                <a:gd name="connsiteY7" fmla="*/ 734016 h 749236"/>
                <a:gd name="connsiteX8" fmla="*/ 734910 w 750109"/>
                <a:gd name="connsiteY8" fmla="*/ 748170 h 749236"/>
                <a:gd name="connsiteX9" fmla="*/ 750060 w 750109"/>
                <a:gd name="connsiteY9" fmla="*/ 727563 h 749236"/>
                <a:gd name="connsiteX10" fmla="*/ 733508 w 750109"/>
                <a:gd name="connsiteY10" fmla="*/ 707082 h 749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109" h="749236">
                  <a:moveTo>
                    <a:pt x="733508" y="707082"/>
                  </a:moveTo>
                  <a:cubicBezTo>
                    <a:pt x="722257" y="330209"/>
                    <a:pt x="419491" y="27264"/>
                    <a:pt x="42629" y="15783"/>
                  </a:cubicBezTo>
                  <a:cubicBezTo>
                    <a:pt x="39375" y="4224"/>
                    <a:pt x="27367" y="-2509"/>
                    <a:pt x="15808" y="745"/>
                  </a:cubicBezTo>
                  <a:cubicBezTo>
                    <a:pt x="4249" y="3998"/>
                    <a:pt x="-2485" y="16008"/>
                    <a:pt x="770" y="27567"/>
                  </a:cubicBezTo>
                  <a:cubicBezTo>
                    <a:pt x="4024" y="39126"/>
                    <a:pt x="16032" y="45859"/>
                    <a:pt x="27591" y="42605"/>
                  </a:cubicBezTo>
                  <a:cubicBezTo>
                    <a:pt x="34886" y="40553"/>
                    <a:pt x="40581" y="34856"/>
                    <a:pt x="42629" y="27567"/>
                  </a:cubicBezTo>
                  <a:cubicBezTo>
                    <a:pt x="412982" y="39025"/>
                    <a:pt x="710544" y="336584"/>
                    <a:pt x="722005" y="706942"/>
                  </a:cubicBezTo>
                  <a:cubicBezTo>
                    <a:pt x="710614" y="710505"/>
                    <a:pt x="704273" y="722625"/>
                    <a:pt x="707836" y="734016"/>
                  </a:cubicBezTo>
                  <a:cubicBezTo>
                    <a:pt x="711399" y="745393"/>
                    <a:pt x="723520" y="751733"/>
                    <a:pt x="734910" y="748170"/>
                  </a:cubicBezTo>
                  <a:cubicBezTo>
                    <a:pt x="743916" y="745351"/>
                    <a:pt x="750060" y="737004"/>
                    <a:pt x="750060" y="727563"/>
                  </a:cubicBezTo>
                  <a:cubicBezTo>
                    <a:pt x="749878" y="717758"/>
                    <a:pt x="743061" y="709327"/>
                    <a:pt x="733508" y="70708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3" name="Freeform: Shape 17712">
              <a:extLst>
                <a:ext uri="{FF2B5EF4-FFF2-40B4-BE49-F238E27FC236}">
                  <a16:creationId xmlns:a16="http://schemas.microsoft.com/office/drawing/2014/main" id="{1869176D-CBF5-1775-E755-1E01B977707B}"/>
                </a:ext>
              </a:extLst>
            </p:cNvPr>
            <p:cNvSpPr/>
            <p:nvPr/>
          </p:nvSpPr>
          <p:spPr>
            <a:xfrm>
              <a:off x="9554449" y="2299607"/>
              <a:ext cx="1042559" cy="1042559"/>
            </a:xfrm>
            <a:custGeom>
              <a:avLst/>
              <a:gdLst>
                <a:gd name="connsiteX0" fmla="*/ 1042560 w 1042559"/>
                <a:gd name="connsiteY0" fmla="*/ 521280 h 1042559"/>
                <a:gd name="connsiteX1" fmla="*/ 521280 w 1042559"/>
                <a:gd name="connsiteY1" fmla="*/ 1042560 h 1042559"/>
                <a:gd name="connsiteX2" fmla="*/ 0 w 1042559"/>
                <a:gd name="connsiteY2" fmla="*/ 521280 h 1042559"/>
                <a:gd name="connsiteX3" fmla="*/ 521280 w 1042559"/>
                <a:gd name="connsiteY3" fmla="*/ 0 h 1042559"/>
                <a:gd name="connsiteX4" fmla="*/ 1042560 w 1042559"/>
                <a:gd name="connsiteY4" fmla="*/ 521280 h 104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2559" h="1042559">
                  <a:moveTo>
                    <a:pt x="1042560" y="521280"/>
                  </a:moveTo>
                  <a:cubicBezTo>
                    <a:pt x="1042560" y="809175"/>
                    <a:pt x="809175" y="1042560"/>
                    <a:pt x="521280" y="1042560"/>
                  </a:cubicBezTo>
                  <a:cubicBezTo>
                    <a:pt x="233385" y="1042560"/>
                    <a:pt x="0" y="809175"/>
                    <a:pt x="0" y="521280"/>
                  </a:cubicBezTo>
                  <a:cubicBezTo>
                    <a:pt x="0" y="233385"/>
                    <a:pt x="233385" y="0"/>
                    <a:pt x="521280" y="0"/>
                  </a:cubicBezTo>
                  <a:cubicBezTo>
                    <a:pt x="809175" y="0"/>
                    <a:pt x="1042560" y="233385"/>
                    <a:pt x="1042560" y="521280"/>
                  </a:cubicBezTo>
                  <a:close/>
                </a:path>
              </a:pathLst>
            </a:custGeom>
            <a:solidFill>
              <a:schemeClr val="accent2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4" name="Freeform: Shape 17713">
              <a:extLst>
                <a:ext uri="{FF2B5EF4-FFF2-40B4-BE49-F238E27FC236}">
                  <a16:creationId xmlns:a16="http://schemas.microsoft.com/office/drawing/2014/main" id="{1B1F989C-2FF9-D05D-75C9-E8E16C6A2755}"/>
                </a:ext>
              </a:extLst>
            </p:cNvPr>
            <p:cNvSpPr/>
            <p:nvPr/>
          </p:nvSpPr>
          <p:spPr>
            <a:xfrm>
              <a:off x="9477436" y="2222733"/>
              <a:ext cx="1196586" cy="1196586"/>
            </a:xfrm>
            <a:custGeom>
              <a:avLst/>
              <a:gdLst>
                <a:gd name="connsiteX0" fmla="*/ 598384 w 1196586"/>
                <a:gd name="connsiteY0" fmla="*/ -74 h 1196586"/>
                <a:gd name="connsiteX1" fmla="*/ -49 w 1196586"/>
                <a:gd name="connsiteY1" fmla="*/ 598079 h 1196586"/>
                <a:gd name="connsiteX2" fmla="*/ 598104 w 1196586"/>
                <a:gd name="connsiteY2" fmla="*/ 1196513 h 1196586"/>
                <a:gd name="connsiteX3" fmla="*/ 1196538 w 1196586"/>
                <a:gd name="connsiteY3" fmla="*/ 598360 h 1196586"/>
                <a:gd name="connsiteX4" fmla="*/ 1196538 w 1196586"/>
                <a:gd name="connsiteY4" fmla="*/ 598220 h 1196586"/>
                <a:gd name="connsiteX5" fmla="*/ 598384 w 1196586"/>
                <a:gd name="connsiteY5" fmla="*/ -74 h 1196586"/>
                <a:gd name="connsiteX6" fmla="*/ 598384 w 1196586"/>
                <a:gd name="connsiteY6" fmla="*/ 1028037 h 1196586"/>
                <a:gd name="connsiteX7" fmla="*/ 168286 w 1196586"/>
                <a:gd name="connsiteY7" fmla="*/ 598220 h 1196586"/>
                <a:gd name="connsiteX8" fmla="*/ 598104 w 1196586"/>
                <a:gd name="connsiteY8" fmla="*/ 168122 h 1196586"/>
                <a:gd name="connsiteX9" fmla="*/ 1028202 w 1196586"/>
                <a:gd name="connsiteY9" fmla="*/ 597939 h 1196586"/>
                <a:gd name="connsiteX10" fmla="*/ 1028202 w 1196586"/>
                <a:gd name="connsiteY10" fmla="*/ 598220 h 1196586"/>
                <a:gd name="connsiteX11" fmla="*/ 598384 w 1196586"/>
                <a:gd name="connsiteY11" fmla="*/ 1028037 h 119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6586" h="1196586">
                  <a:moveTo>
                    <a:pt x="598384" y="-74"/>
                  </a:moveTo>
                  <a:cubicBezTo>
                    <a:pt x="267955" y="-158"/>
                    <a:pt x="34" y="267650"/>
                    <a:pt x="-49" y="598079"/>
                  </a:cubicBezTo>
                  <a:cubicBezTo>
                    <a:pt x="-134" y="928508"/>
                    <a:pt x="267675" y="1196429"/>
                    <a:pt x="598104" y="1196513"/>
                  </a:cubicBezTo>
                  <a:cubicBezTo>
                    <a:pt x="928533" y="1196597"/>
                    <a:pt x="1196454" y="928789"/>
                    <a:pt x="1196538" y="598360"/>
                  </a:cubicBezTo>
                  <a:cubicBezTo>
                    <a:pt x="1196538" y="598318"/>
                    <a:pt x="1196538" y="598262"/>
                    <a:pt x="1196538" y="598220"/>
                  </a:cubicBezTo>
                  <a:cubicBezTo>
                    <a:pt x="1196538" y="267847"/>
                    <a:pt x="928757" y="10"/>
                    <a:pt x="598384" y="-74"/>
                  </a:cubicBezTo>
                  <a:close/>
                  <a:moveTo>
                    <a:pt x="598384" y="1028037"/>
                  </a:moveTo>
                  <a:cubicBezTo>
                    <a:pt x="360919" y="1028121"/>
                    <a:pt x="168370" y="835685"/>
                    <a:pt x="168286" y="598220"/>
                  </a:cubicBezTo>
                  <a:cubicBezTo>
                    <a:pt x="168202" y="360754"/>
                    <a:pt x="360638" y="168206"/>
                    <a:pt x="598104" y="168122"/>
                  </a:cubicBezTo>
                  <a:cubicBezTo>
                    <a:pt x="835569" y="168037"/>
                    <a:pt x="1028131" y="360473"/>
                    <a:pt x="1028202" y="597939"/>
                  </a:cubicBezTo>
                  <a:cubicBezTo>
                    <a:pt x="1028202" y="598037"/>
                    <a:pt x="1028202" y="598121"/>
                    <a:pt x="1028202" y="598220"/>
                  </a:cubicBezTo>
                  <a:cubicBezTo>
                    <a:pt x="1028202" y="835601"/>
                    <a:pt x="835766" y="1028037"/>
                    <a:pt x="598384" y="1028037"/>
                  </a:cubicBezTo>
                  <a:close/>
                </a:path>
              </a:pathLst>
            </a:custGeom>
            <a:solidFill>
              <a:schemeClr val="bg1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5" name="Freeform: Shape 17714">
              <a:extLst>
                <a:ext uri="{FF2B5EF4-FFF2-40B4-BE49-F238E27FC236}">
                  <a16:creationId xmlns:a16="http://schemas.microsoft.com/office/drawing/2014/main" id="{4CDD87E2-E4B6-F6E3-4A23-C65CE6A69D85}"/>
                </a:ext>
              </a:extLst>
            </p:cNvPr>
            <p:cNvSpPr/>
            <p:nvPr/>
          </p:nvSpPr>
          <p:spPr>
            <a:xfrm>
              <a:off x="10054241" y="2093525"/>
              <a:ext cx="733829" cy="1454862"/>
            </a:xfrm>
            <a:custGeom>
              <a:avLst/>
              <a:gdLst>
                <a:gd name="connsiteX0" fmla="*/ 733780 w 733829"/>
                <a:gd name="connsiteY0" fmla="*/ 727428 h 1454862"/>
                <a:gd name="connsiteX1" fmla="*/ 42340 w 733829"/>
                <a:gd name="connsiteY1" fmla="*/ 15648 h 1454862"/>
                <a:gd name="connsiteX2" fmla="*/ 15660 w 733829"/>
                <a:gd name="connsiteY2" fmla="*/ 750 h 1454862"/>
                <a:gd name="connsiteX3" fmla="*/ 776 w 733829"/>
                <a:gd name="connsiteY3" fmla="*/ 27431 h 1454862"/>
                <a:gd name="connsiteX4" fmla="*/ 27443 w 733829"/>
                <a:gd name="connsiteY4" fmla="*/ 42329 h 1454862"/>
                <a:gd name="connsiteX5" fmla="*/ 42340 w 733829"/>
                <a:gd name="connsiteY5" fmla="*/ 27431 h 1454862"/>
                <a:gd name="connsiteX6" fmla="*/ 720103 w 733829"/>
                <a:gd name="connsiteY6" fmla="*/ 749522 h 1454862"/>
                <a:gd name="connsiteX7" fmla="*/ 42340 w 733829"/>
                <a:gd name="connsiteY7" fmla="*/ 1427284 h 1454862"/>
                <a:gd name="connsiteX8" fmla="*/ 15660 w 733829"/>
                <a:gd name="connsiteY8" fmla="*/ 1412386 h 1454862"/>
                <a:gd name="connsiteX9" fmla="*/ 776 w 733829"/>
                <a:gd name="connsiteY9" fmla="*/ 1439068 h 1454862"/>
                <a:gd name="connsiteX10" fmla="*/ 27443 w 733829"/>
                <a:gd name="connsiteY10" fmla="*/ 1453965 h 1454862"/>
                <a:gd name="connsiteX11" fmla="*/ 42340 w 733829"/>
                <a:gd name="connsiteY11" fmla="*/ 1439068 h 1454862"/>
                <a:gd name="connsiteX12" fmla="*/ 733780 w 733829"/>
                <a:gd name="connsiteY12" fmla="*/ 727428 h 145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3829" h="1454862">
                  <a:moveTo>
                    <a:pt x="733780" y="727428"/>
                  </a:moveTo>
                  <a:cubicBezTo>
                    <a:pt x="733275" y="342402"/>
                    <a:pt x="427198" y="27319"/>
                    <a:pt x="42340" y="15648"/>
                  </a:cubicBezTo>
                  <a:cubicBezTo>
                    <a:pt x="39086" y="4173"/>
                    <a:pt x="27148" y="-2504"/>
                    <a:pt x="15660" y="750"/>
                  </a:cubicBezTo>
                  <a:cubicBezTo>
                    <a:pt x="4184" y="4005"/>
                    <a:pt x="-2479" y="15956"/>
                    <a:pt x="776" y="27431"/>
                  </a:cubicBezTo>
                  <a:cubicBezTo>
                    <a:pt x="4030" y="38906"/>
                    <a:pt x="15968" y="45584"/>
                    <a:pt x="27443" y="42329"/>
                  </a:cubicBezTo>
                  <a:cubicBezTo>
                    <a:pt x="34653" y="40281"/>
                    <a:pt x="40292" y="34642"/>
                    <a:pt x="42340" y="27431"/>
                  </a:cubicBezTo>
                  <a:cubicBezTo>
                    <a:pt x="428896" y="39664"/>
                    <a:pt x="732349" y="362953"/>
                    <a:pt x="720103" y="749522"/>
                  </a:cubicBezTo>
                  <a:cubicBezTo>
                    <a:pt x="708417" y="1118879"/>
                    <a:pt x="411711" y="1415585"/>
                    <a:pt x="42340" y="1427284"/>
                  </a:cubicBezTo>
                  <a:cubicBezTo>
                    <a:pt x="39086" y="1415809"/>
                    <a:pt x="27148" y="1409132"/>
                    <a:pt x="15660" y="1412386"/>
                  </a:cubicBezTo>
                  <a:cubicBezTo>
                    <a:pt x="4184" y="1415641"/>
                    <a:pt x="-2479" y="1427592"/>
                    <a:pt x="776" y="1439068"/>
                  </a:cubicBezTo>
                  <a:cubicBezTo>
                    <a:pt x="4030" y="1450542"/>
                    <a:pt x="15968" y="1457219"/>
                    <a:pt x="27443" y="1453965"/>
                  </a:cubicBezTo>
                  <a:cubicBezTo>
                    <a:pt x="34653" y="1451917"/>
                    <a:pt x="40292" y="1446278"/>
                    <a:pt x="42340" y="1439068"/>
                  </a:cubicBezTo>
                  <a:cubicBezTo>
                    <a:pt x="427142" y="1427410"/>
                    <a:pt x="733205" y="1112398"/>
                    <a:pt x="733780" y="727428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6" name="Freeform: Shape 17715">
              <a:extLst>
                <a:ext uri="{FF2B5EF4-FFF2-40B4-BE49-F238E27FC236}">
                  <a16:creationId xmlns:a16="http://schemas.microsoft.com/office/drawing/2014/main" id="{AE424858-62F6-A661-6F68-697280CB1153}"/>
                </a:ext>
              </a:extLst>
            </p:cNvPr>
            <p:cNvSpPr/>
            <p:nvPr/>
          </p:nvSpPr>
          <p:spPr>
            <a:xfrm>
              <a:off x="5369621" y="3530702"/>
              <a:ext cx="1042559" cy="1042559"/>
            </a:xfrm>
            <a:custGeom>
              <a:avLst/>
              <a:gdLst>
                <a:gd name="connsiteX0" fmla="*/ 1042560 w 1042559"/>
                <a:gd name="connsiteY0" fmla="*/ 521280 h 1042559"/>
                <a:gd name="connsiteX1" fmla="*/ 521280 w 1042559"/>
                <a:gd name="connsiteY1" fmla="*/ 1042560 h 1042559"/>
                <a:gd name="connsiteX2" fmla="*/ 0 w 1042559"/>
                <a:gd name="connsiteY2" fmla="*/ 521280 h 1042559"/>
                <a:gd name="connsiteX3" fmla="*/ 521280 w 1042559"/>
                <a:gd name="connsiteY3" fmla="*/ 0 h 1042559"/>
                <a:gd name="connsiteX4" fmla="*/ 1042560 w 1042559"/>
                <a:gd name="connsiteY4" fmla="*/ 521280 h 104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2559" h="1042559">
                  <a:moveTo>
                    <a:pt x="1042560" y="521280"/>
                  </a:moveTo>
                  <a:cubicBezTo>
                    <a:pt x="1042560" y="809175"/>
                    <a:pt x="809175" y="1042560"/>
                    <a:pt x="521280" y="1042560"/>
                  </a:cubicBezTo>
                  <a:cubicBezTo>
                    <a:pt x="233385" y="1042560"/>
                    <a:pt x="0" y="809175"/>
                    <a:pt x="0" y="521280"/>
                  </a:cubicBezTo>
                  <a:cubicBezTo>
                    <a:pt x="0" y="233385"/>
                    <a:pt x="233385" y="0"/>
                    <a:pt x="521280" y="0"/>
                  </a:cubicBezTo>
                  <a:cubicBezTo>
                    <a:pt x="809175" y="0"/>
                    <a:pt x="1042560" y="233385"/>
                    <a:pt x="1042560" y="521280"/>
                  </a:cubicBezTo>
                  <a:close/>
                </a:path>
              </a:pathLst>
            </a:custGeom>
            <a:solidFill>
              <a:schemeClr val="accent5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7" name="Freeform: Shape 17716">
              <a:extLst>
                <a:ext uri="{FF2B5EF4-FFF2-40B4-BE49-F238E27FC236}">
                  <a16:creationId xmlns:a16="http://schemas.microsoft.com/office/drawing/2014/main" id="{1E7F16C9-9D5D-3313-8E12-634D2BA3B6EC}"/>
                </a:ext>
              </a:extLst>
            </p:cNvPr>
            <p:cNvSpPr/>
            <p:nvPr/>
          </p:nvSpPr>
          <p:spPr>
            <a:xfrm>
              <a:off x="5292326" y="3453829"/>
              <a:ext cx="1196587" cy="1196587"/>
            </a:xfrm>
            <a:custGeom>
              <a:avLst/>
              <a:gdLst>
                <a:gd name="connsiteX0" fmla="*/ 598665 w 1196587"/>
                <a:gd name="connsiteY0" fmla="*/ -74 h 1196587"/>
                <a:gd name="connsiteX1" fmla="*/ -49 w 1196587"/>
                <a:gd name="connsiteY1" fmla="*/ 597799 h 1196587"/>
                <a:gd name="connsiteX2" fmla="*/ 597823 w 1196587"/>
                <a:gd name="connsiteY2" fmla="*/ 1196513 h 1196587"/>
                <a:gd name="connsiteX3" fmla="*/ 1196538 w 1196587"/>
                <a:gd name="connsiteY3" fmla="*/ 598641 h 1196587"/>
                <a:gd name="connsiteX4" fmla="*/ 1196538 w 1196587"/>
                <a:gd name="connsiteY4" fmla="*/ 598220 h 1196587"/>
                <a:gd name="connsiteX5" fmla="*/ 598665 w 1196587"/>
                <a:gd name="connsiteY5" fmla="*/ -74 h 1196587"/>
                <a:gd name="connsiteX6" fmla="*/ 598665 w 1196587"/>
                <a:gd name="connsiteY6" fmla="*/ 1028177 h 1196587"/>
                <a:gd name="connsiteX7" fmla="*/ 168286 w 1196587"/>
                <a:gd name="connsiteY7" fmla="*/ 598641 h 1196587"/>
                <a:gd name="connsiteX8" fmla="*/ 597823 w 1196587"/>
                <a:gd name="connsiteY8" fmla="*/ 168262 h 1196587"/>
                <a:gd name="connsiteX9" fmla="*/ 1028202 w 1196587"/>
                <a:gd name="connsiteY9" fmla="*/ 597799 h 1196587"/>
                <a:gd name="connsiteX10" fmla="*/ 1028202 w 1196587"/>
                <a:gd name="connsiteY10" fmla="*/ 598220 h 1196587"/>
                <a:gd name="connsiteX11" fmla="*/ 598665 w 1196587"/>
                <a:gd name="connsiteY11" fmla="*/ 1028177 h 119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6587" h="1196587">
                  <a:moveTo>
                    <a:pt x="598665" y="-74"/>
                  </a:moveTo>
                  <a:cubicBezTo>
                    <a:pt x="268237" y="-313"/>
                    <a:pt x="184" y="267369"/>
                    <a:pt x="-49" y="597799"/>
                  </a:cubicBezTo>
                  <a:cubicBezTo>
                    <a:pt x="-282" y="928228"/>
                    <a:pt x="267396" y="1196275"/>
                    <a:pt x="597823" y="1196513"/>
                  </a:cubicBezTo>
                  <a:cubicBezTo>
                    <a:pt x="928253" y="1196752"/>
                    <a:pt x="1196299" y="929070"/>
                    <a:pt x="1196538" y="598641"/>
                  </a:cubicBezTo>
                  <a:cubicBezTo>
                    <a:pt x="1196538" y="598500"/>
                    <a:pt x="1196538" y="598360"/>
                    <a:pt x="1196538" y="598220"/>
                  </a:cubicBezTo>
                  <a:cubicBezTo>
                    <a:pt x="1196538" y="267959"/>
                    <a:pt x="928926" y="165"/>
                    <a:pt x="598665" y="-74"/>
                  </a:cubicBezTo>
                  <a:close/>
                  <a:moveTo>
                    <a:pt x="598665" y="1028177"/>
                  </a:moveTo>
                  <a:cubicBezTo>
                    <a:pt x="361206" y="1028416"/>
                    <a:pt x="168519" y="836106"/>
                    <a:pt x="168286" y="598641"/>
                  </a:cubicBezTo>
                  <a:cubicBezTo>
                    <a:pt x="168054" y="361175"/>
                    <a:pt x="360365" y="168501"/>
                    <a:pt x="597823" y="168262"/>
                  </a:cubicBezTo>
                  <a:cubicBezTo>
                    <a:pt x="835289" y="168023"/>
                    <a:pt x="1027964" y="360333"/>
                    <a:pt x="1028202" y="597799"/>
                  </a:cubicBezTo>
                  <a:cubicBezTo>
                    <a:pt x="1028202" y="597939"/>
                    <a:pt x="1028202" y="598079"/>
                    <a:pt x="1028202" y="598220"/>
                  </a:cubicBezTo>
                  <a:cubicBezTo>
                    <a:pt x="1028202" y="835517"/>
                    <a:pt x="835962" y="1027939"/>
                    <a:pt x="598665" y="1028177"/>
                  </a:cubicBezTo>
                  <a:close/>
                </a:path>
              </a:pathLst>
            </a:custGeom>
            <a:solidFill>
              <a:schemeClr val="bg1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8" name="Freeform: Shape 17717">
              <a:extLst>
                <a:ext uri="{FF2B5EF4-FFF2-40B4-BE49-F238E27FC236}">
                  <a16:creationId xmlns:a16="http://schemas.microsoft.com/office/drawing/2014/main" id="{72FB2E2A-81A3-0217-D85E-2A0912B57098}"/>
                </a:ext>
              </a:extLst>
            </p:cNvPr>
            <p:cNvSpPr/>
            <p:nvPr/>
          </p:nvSpPr>
          <p:spPr>
            <a:xfrm>
              <a:off x="5186044" y="3342166"/>
              <a:ext cx="1440379" cy="1439964"/>
            </a:xfrm>
            <a:custGeom>
              <a:avLst/>
              <a:gdLst>
                <a:gd name="connsiteX0" fmla="*/ 748484 w 1440379"/>
                <a:gd name="connsiteY0" fmla="*/ 15783 h 1439964"/>
                <a:gd name="connsiteX1" fmla="*/ 721662 w 1440379"/>
                <a:gd name="connsiteY1" fmla="*/ 745 h 1439964"/>
                <a:gd name="connsiteX2" fmla="*/ 706624 w 1440379"/>
                <a:gd name="connsiteY2" fmla="*/ 27567 h 1439964"/>
                <a:gd name="connsiteX3" fmla="*/ 733446 w 1440379"/>
                <a:gd name="connsiteY3" fmla="*/ 42605 h 1439964"/>
                <a:gd name="connsiteX4" fmla="*/ 748484 w 1440379"/>
                <a:gd name="connsiteY4" fmla="*/ 27567 h 1439964"/>
                <a:gd name="connsiteX5" fmla="*/ 1428252 w 1440379"/>
                <a:gd name="connsiteY5" fmla="*/ 748044 h 1439964"/>
                <a:gd name="connsiteX6" fmla="*/ 707772 w 1440379"/>
                <a:gd name="connsiteY6" fmla="*/ 1427812 h 1439964"/>
                <a:gd name="connsiteX7" fmla="*/ 28007 w 1440379"/>
                <a:gd name="connsiteY7" fmla="*/ 748044 h 1439964"/>
                <a:gd name="connsiteX8" fmla="*/ 43157 w 1440379"/>
                <a:gd name="connsiteY8" fmla="*/ 727563 h 1439964"/>
                <a:gd name="connsiteX9" fmla="*/ 21587 w 1440379"/>
                <a:gd name="connsiteY9" fmla="*/ 705932 h 1439964"/>
                <a:gd name="connsiteX10" fmla="*/ -49 w 1440379"/>
                <a:gd name="connsiteY10" fmla="*/ 727493 h 1439964"/>
                <a:gd name="connsiteX11" fmla="*/ 16223 w 1440379"/>
                <a:gd name="connsiteY11" fmla="*/ 748465 h 1439964"/>
                <a:gd name="connsiteX12" fmla="*/ 748905 w 1440379"/>
                <a:gd name="connsiteY12" fmla="*/ 1439582 h 1439964"/>
                <a:gd name="connsiteX13" fmla="*/ 1440021 w 1440379"/>
                <a:gd name="connsiteY13" fmla="*/ 706900 h 1439964"/>
                <a:gd name="connsiteX14" fmla="*/ 748764 w 1440379"/>
                <a:gd name="connsiteY14" fmla="*/ 15783 h 143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0379" h="1439964">
                  <a:moveTo>
                    <a:pt x="748484" y="15783"/>
                  </a:moveTo>
                  <a:cubicBezTo>
                    <a:pt x="745229" y="4224"/>
                    <a:pt x="733221" y="-2509"/>
                    <a:pt x="721662" y="745"/>
                  </a:cubicBezTo>
                  <a:cubicBezTo>
                    <a:pt x="710103" y="4000"/>
                    <a:pt x="703370" y="16008"/>
                    <a:pt x="706624" y="27567"/>
                  </a:cubicBezTo>
                  <a:cubicBezTo>
                    <a:pt x="709879" y="39126"/>
                    <a:pt x="721887" y="45859"/>
                    <a:pt x="733446" y="42605"/>
                  </a:cubicBezTo>
                  <a:cubicBezTo>
                    <a:pt x="740740" y="40557"/>
                    <a:pt x="746436" y="34861"/>
                    <a:pt x="748484" y="27567"/>
                  </a:cubicBezTo>
                  <a:cubicBezTo>
                    <a:pt x="1135151" y="38803"/>
                    <a:pt x="1439488" y="361377"/>
                    <a:pt x="1428252" y="748044"/>
                  </a:cubicBezTo>
                  <a:cubicBezTo>
                    <a:pt x="1417002" y="1134711"/>
                    <a:pt x="1094442" y="1439049"/>
                    <a:pt x="707772" y="1427812"/>
                  </a:cubicBezTo>
                  <a:cubicBezTo>
                    <a:pt x="336906" y="1417025"/>
                    <a:pt x="38790" y="1118916"/>
                    <a:pt x="28007" y="748044"/>
                  </a:cubicBezTo>
                  <a:cubicBezTo>
                    <a:pt x="37028" y="745323"/>
                    <a:pt x="43189" y="736990"/>
                    <a:pt x="43157" y="727563"/>
                  </a:cubicBezTo>
                  <a:cubicBezTo>
                    <a:pt x="43175" y="715625"/>
                    <a:pt x="33518" y="705946"/>
                    <a:pt x="21587" y="705932"/>
                  </a:cubicBezTo>
                  <a:cubicBezTo>
                    <a:pt x="9656" y="705904"/>
                    <a:pt x="-31" y="715569"/>
                    <a:pt x="-49" y="727493"/>
                  </a:cubicBezTo>
                  <a:cubicBezTo>
                    <a:pt x="-65" y="737383"/>
                    <a:pt x="6639" y="746024"/>
                    <a:pt x="16223" y="748465"/>
                  </a:cubicBezTo>
                  <a:cubicBezTo>
                    <a:pt x="27699" y="1141642"/>
                    <a:pt x="355731" y="1451056"/>
                    <a:pt x="748905" y="1439582"/>
                  </a:cubicBezTo>
                  <a:cubicBezTo>
                    <a:pt x="1142067" y="1428107"/>
                    <a:pt x="1451496" y="1100076"/>
                    <a:pt x="1440021" y="706900"/>
                  </a:cubicBezTo>
                  <a:cubicBezTo>
                    <a:pt x="1429009" y="329814"/>
                    <a:pt x="1125865" y="26725"/>
                    <a:pt x="748764" y="15783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19" name="Freeform: Shape 17718">
              <a:extLst>
                <a:ext uri="{FF2B5EF4-FFF2-40B4-BE49-F238E27FC236}">
                  <a16:creationId xmlns:a16="http://schemas.microsoft.com/office/drawing/2014/main" id="{357A1FD0-25B1-FC05-6D87-BFC9C11C6A43}"/>
                </a:ext>
              </a:extLst>
            </p:cNvPr>
            <p:cNvSpPr/>
            <p:nvPr/>
          </p:nvSpPr>
          <p:spPr>
            <a:xfrm>
              <a:off x="6825585" y="3639560"/>
              <a:ext cx="2376480" cy="945065"/>
            </a:xfrm>
            <a:custGeom>
              <a:avLst/>
              <a:gdLst>
                <a:gd name="connsiteX0" fmla="*/ 1903969 w 2376480"/>
                <a:gd name="connsiteY0" fmla="*/ 944991 h 945065"/>
                <a:gd name="connsiteX1" fmla="*/ -49 w 2376480"/>
                <a:gd name="connsiteY1" fmla="*/ 944991 h 945065"/>
                <a:gd name="connsiteX2" fmla="*/ -49 w 2376480"/>
                <a:gd name="connsiteY2" fmla="*/ -74 h 945065"/>
                <a:gd name="connsiteX3" fmla="*/ 1903969 w 2376480"/>
                <a:gd name="connsiteY3" fmla="*/ -74 h 945065"/>
                <a:gd name="connsiteX4" fmla="*/ 2376432 w 2376480"/>
                <a:gd name="connsiteY4" fmla="*/ 472389 h 945065"/>
                <a:gd name="connsiteX5" fmla="*/ 2376432 w 2376480"/>
                <a:gd name="connsiteY5" fmla="*/ 472529 h 945065"/>
                <a:gd name="connsiteX6" fmla="*/ 2376432 w 2376480"/>
                <a:gd name="connsiteY6" fmla="*/ 472529 h 945065"/>
                <a:gd name="connsiteX7" fmla="*/ 1903969 w 2376480"/>
                <a:gd name="connsiteY7" fmla="*/ 944991 h 94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6480" h="945065">
                  <a:moveTo>
                    <a:pt x="1903969" y="944991"/>
                  </a:moveTo>
                  <a:lnTo>
                    <a:pt x="-49" y="944991"/>
                  </a:lnTo>
                  <a:lnTo>
                    <a:pt x="-49" y="-74"/>
                  </a:lnTo>
                  <a:lnTo>
                    <a:pt x="1903969" y="-74"/>
                  </a:lnTo>
                  <a:cubicBezTo>
                    <a:pt x="2164904" y="-74"/>
                    <a:pt x="2376432" y="211454"/>
                    <a:pt x="2376432" y="472389"/>
                  </a:cubicBezTo>
                  <a:cubicBezTo>
                    <a:pt x="2376432" y="472430"/>
                    <a:pt x="2376432" y="472487"/>
                    <a:pt x="2376432" y="472529"/>
                  </a:cubicBezTo>
                  <a:lnTo>
                    <a:pt x="2376432" y="472529"/>
                  </a:lnTo>
                  <a:cubicBezTo>
                    <a:pt x="2376432" y="733463"/>
                    <a:pt x="2164904" y="944991"/>
                    <a:pt x="1903969" y="944991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0" name="Freeform: Shape 17719">
              <a:extLst>
                <a:ext uri="{FF2B5EF4-FFF2-40B4-BE49-F238E27FC236}">
                  <a16:creationId xmlns:a16="http://schemas.microsoft.com/office/drawing/2014/main" id="{8E871E2C-62C8-78AF-2FEB-513869ECF24F}"/>
                </a:ext>
              </a:extLst>
            </p:cNvPr>
            <p:cNvSpPr/>
            <p:nvPr/>
          </p:nvSpPr>
          <p:spPr>
            <a:xfrm>
              <a:off x="6765125" y="3579660"/>
              <a:ext cx="2377042" cy="945346"/>
            </a:xfrm>
            <a:custGeom>
              <a:avLst/>
              <a:gdLst>
                <a:gd name="connsiteX0" fmla="*/ 1904530 w 2377042"/>
                <a:gd name="connsiteY0" fmla="*/ 945272 h 945346"/>
                <a:gd name="connsiteX1" fmla="*/ -49 w 2377042"/>
                <a:gd name="connsiteY1" fmla="*/ 945272 h 945346"/>
                <a:gd name="connsiteX2" fmla="*/ -49 w 2377042"/>
                <a:gd name="connsiteY2" fmla="*/ -74 h 945346"/>
                <a:gd name="connsiteX3" fmla="*/ 1904530 w 2377042"/>
                <a:gd name="connsiteY3" fmla="*/ -74 h 945346"/>
                <a:gd name="connsiteX4" fmla="*/ 2376993 w 2377042"/>
                <a:gd name="connsiteY4" fmla="*/ 472389 h 945346"/>
                <a:gd name="connsiteX5" fmla="*/ 2376993 w 2377042"/>
                <a:gd name="connsiteY5" fmla="*/ 472389 h 945346"/>
                <a:gd name="connsiteX6" fmla="*/ 1904951 w 2377042"/>
                <a:gd name="connsiteY6" fmla="*/ 945272 h 945346"/>
                <a:gd name="connsiteX7" fmla="*/ 1904530 w 2377042"/>
                <a:gd name="connsiteY7" fmla="*/ 945272 h 94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7042" h="945346">
                  <a:moveTo>
                    <a:pt x="1904530" y="945272"/>
                  </a:moveTo>
                  <a:lnTo>
                    <a:pt x="-49" y="945272"/>
                  </a:lnTo>
                  <a:lnTo>
                    <a:pt x="-49" y="-74"/>
                  </a:lnTo>
                  <a:lnTo>
                    <a:pt x="1904530" y="-74"/>
                  </a:lnTo>
                  <a:cubicBezTo>
                    <a:pt x="2165465" y="-74"/>
                    <a:pt x="2376993" y="211454"/>
                    <a:pt x="2376993" y="472389"/>
                  </a:cubicBezTo>
                  <a:lnTo>
                    <a:pt x="2376993" y="472389"/>
                  </a:lnTo>
                  <a:cubicBezTo>
                    <a:pt x="2377231" y="733323"/>
                    <a:pt x="2165886" y="945034"/>
                    <a:pt x="1904951" y="945272"/>
                  </a:cubicBezTo>
                  <a:cubicBezTo>
                    <a:pt x="1904811" y="945272"/>
                    <a:pt x="1904670" y="945272"/>
                    <a:pt x="1904530" y="945272"/>
                  </a:cubicBezTo>
                  <a:close/>
                </a:path>
              </a:pathLst>
            </a:custGeom>
            <a:solidFill>
              <a:schemeClr val="accent5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1" name="Freeform: Shape 17720">
              <a:extLst>
                <a:ext uri="{FF2B5EF4-FFF2-40B4-BE49-F238E27FC236}">
                  <a16:creationId xmlns:a16="http://schemas.microsoft.com/office/drawing/2014/main" id="{49BAB166-E70D-BD8A-18CB-960A6361D2E2}"/>
                </a:ext>
              </a:extLst>
            </p:cNvPr>
            <p:cNvSpPr/>
            <p:nvPr/>
          </p:nvSpPr>
          <p:spPr>
            <a:xfrm>
              <a:off x="6875805" y="3472237"/>
              <a:ext cx="1143701" cy="207053"/>
            </a:xfrm>
            <a:custGeom>
              <a:avLst/>
              <a:gdLst>
                <a:gd name="connsiteX0" fmla="*/ 1040126 w 1143701"/>
                <a:gd name="connsiteY0" fmla="*/ 206979 h 207053"/>
                <a:gd name="connsiteX1" fmla="*/ -49 w 1143701"/>
                <a:gd name="connsiteY1" fmla="*/ 206979 h 207053"/>
                <a:gd name="connsiteX2" fmla="*/ -49 w 1143701"/>
                <a:gd name="connsiteY2" fmla="*/ -74 h 207053"/>
                <a:gd name="connsiteX3" fmla="*/ 1040126 w 1143701"/>
                <a:gd name="connsiteY3" fmla="*/ -74 h 207053"/>
                <a:gd name="connsiteX4" fmla="*/ 1143652 w 1143701"/>
                <a:gd name="connsiteY4" fmla="*/ 103172 h 207053"/>
                <a:gd name="connsiteX5" fmla="*/ 1143652 w 1143701"/>
                <a:gd name="connsiteY5" fmla="*/ 103453 h 207053"/>
                <a:gd name="connsiteX6" fmla="*/ 1143652 w 1143701"/>
                <a:gd name="connsiteY6" fmla="*/ 103453 h 207053"/>
                <a:gd name="connsiteX7" fmla="*/ 1040126 w 1143701"/>
                <a:gd name="connsiteY7" fmla="*/ 206979 h 20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701" h="207053">
                  <a:moveTo>
                    <a:pt x="1040126" y="206979"/>
                  </a:moveTo>
                  <a:lnTo>
                    <a:pt x="-49" y="206979"/>
                  </a:lnTo>
                  <a:lnTo>
                    <a:pt x="-49" y="-74"/>
                  </a:lnTo>
                  <a:lnTo>
                    <a:pt x="1040126" y="-74"/>
                  </a:lnTo>
                  <a:cubicBezTo>
                    <a:pt x="1097220" y="-158"/>
                    <a:pt x="1143568" y="46078"/>
                    <a:pt x="1143652" y="103172"/>
                  </a:cubicBezTo>
                  <a:cubicBezTo>
                    <a:pt x="1143652" y="103270"/>
                    <a:pt x="1143652" y="103355"/>
                    <a:pt x="1143652" y="103453"/>
                  </a:cubicBezTo>
                  <a:lnTo>
                    <a:pt x="1143652" y="103453"/>
                  </a:lnTo>
                  <a:cubicBezTo>
                    <a:pt x="1143652" y="160631"/>
                    <a:pt x="1097304" y="206979"/>
                    <a:pt x="1040126" y="206979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2" name="Freeform: Shape 17721">
              <a:extLst>
                <a:ext uri="{FF2B5EF4-FFF2-40B4-BE49-F238E27FC236}">
                  <a16:creationId xmlns:a16="http://schemas.microsoft.com/office/drawing/2014/main" id="{A35316E6-AA77-AB17-9854-E9626583189C}"/>
                </a:ext>
              </a:extLst>
            </p:cNvPr>
            <p:cNvSpPr/>
            <p:nvPr/>
          </p:nvSpPr>
          <p:spPr>
            <a:xfrm>
              <a:off x="6765125" y="2408464"/>
              <a:ext cx="2392970" cy="999473"/>
            </a:xfrm>
            <a:custGeom>
              <a:avLst/>
              <a:gdLst>
                <a:gd name="connsiteX0" fmla="*/ 472413 w 2377042"/>
                <a:gd name="connsiteY0" fmla="*/ 944992 h 945065"/>
                <a:gd name="connsiteX1" fmla="*/ 2376993 w 2377042"/>
                <a:gd name="connsiteY1" fmla="*/ 944992 h 945065"/>
                <a:gd name="connsiteX2" fmla="*/ 2376993 w 2377042"/>
                <a:gd name="connsiteY2" fmla="*/ -74 h 945065"/>
                <a:gd name="connsiteX3" fmla="*/ 472413 w 2377042"/>
                <a:gd name="connsiteY3" fmla="*/ -74 h 945065"/>
                <a:gd name="connsiteX4" fmla="*/ -49 w 2377042"/>
                <a:gd name="connsiteY4" fmla="*/ 472389 h 945065"/>
                <a:gd name="connsiteX5" fmla="*/ -49 w 2377042"/>
                <a:gd name="connsiteY5" fmla="*/ 472529 h 945065"/>
                <a:gd name="connsiteX6" fmla="*/ -49 w 2377042"/>
                <a:gd name="connsiteY6" fmla="*/ 472529 h 945065"/>
                <a:gd name="connsiteX7" fmla="*/ 472413 w 2377042"/>
                <a:gd name="connsiteY7" fmla="*/ 944992 h 94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7042" h="945065">
                  <a:moveTo>
                    <a:pt x="472413" y="944992"/>
                  </a:moveTo>
                  <a:lnTo>
                    <a:pt x="2376993" y="944992"/>
                  </a:lnTo>
                  <a:lnTo>
                    <a:pt x="2376993" y="-74"/>
                  </a:lnTo>
                  <a:lnTo>
                    <a:pt x="472413" y="-74"/>
                  </a:lnTo>
                  <a:cubicBezTo>
                    <a:pt x="211478" y="-74"/>
                    <a:pt x="-49" y="211454"/>
                    <a:pt x="-49" y="472389"/>
                  </a:cubicBezTo>
                  <a:cubicBezTo>
                    <a:pt x="-49" y="472431"/>
                    <a:pt x="-49" y="472487"/>
                    <a:pt x="-49" y="472529"/>
                  </a:cubicBezTo>
                  <a:lnTo>
                    <a:pt x="-49" y="472529"/>
                  </a:lnTo>
                  <a:cubicBezTo>
                    <a:pt x="-49" y="733463"/>
                    <a:pt x="211478" y="944992"/>
                    <a:pt x="472413" y="944992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3" name="Freeform: Shape 17722">
              <a:extLst>
                <a:ext uri="{FF2B5EF4-FFF2-40B4-BE49-F238E27FC236}">
                  <a16:creationId xmlns:a16="http://schemas.microsoft.com/office/drawing/2014/main" id="{1F2889DA-6CC2-CE75-32D3-A56F1E3B93CA}"/>
                </a:ext>
              </a:extLst>
            </p:cNvPr>
            <p:cNvSpPr/>
            <p:nvPr/>
          </p:nvSpPr>
          <p:spPr>
            <a:xfrm>
              <a:off x="6825585" y="2348564"/>
              <a:ext cx="2392970" cy="993602"/>
            </a:xfrm>
            <a:custGeom>
              <a:avLst/>
              <a:gdLst>
                <a:gd name="connsiteX0" fmla="*/ 471852 w 2376480"/>
                <a:gd name="connsiteY0" fmla="*/ 944851 h 944924"/>
                <a:gd name="connsiteX1" fmla="*/ 2376432 w 2376480"/>
                <a:gd name="connsiteY1" fmla="*/ 944851 h 944924"/>
                <a:gd name="connsiteX2" fmla="*/ 2376432 w 2376480"/>
                <a:gd name="connsiteY2" fmla="*/ -74 h 944924"/>
                <a:gd name="connsiteX3" fmla="*/ 471852 w 2376480"/>
                <a:gd name="connsiteY3" fmla="*/ -74 h 944924"/>
                <a:gd name="connsiteX4" fmla="*/ -49 w 2376480"/>
                <a:gd name="connsiteY4" fmla="*/ 472389 h 944924"/>
                <a:gd name="connsiteX5" fmla="*/ -49 w 2376480"/>
                <a:gd name="connsiteY5" fmla="*/ 472389 h 944924"/>
                <a:gd name="connsiteX6" fmla="*/ 471852 w 2376480"/>
                <a:gd name="connsiteY6" fmla="*/ 944851 h 944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480" h="944924">
                  <a:moveTo>
                    <a:pt x="471852" y="944851"/>
                  </a:moveTo>
                  <a:lnTo>
                    <a:pt x="2376432" y="944851"/>
                  </a:lnTo>
                  <a:lnTo>
                    <a:pt x="2376432" y="-74"/>
                  </a:lnTo>
                  <a:lnTo>
                    <a:pt x="471852" y="-74"/>
                  </a:lnTo>
                  <a:cubicBezTo>
                    <a:pt x="211142" y="235"/>
                    <a:pt x="-49" y="211679"/>
                    <a:pt x="-49" y="472389"/>
                  </a:cubicBezTo>
                  <a:lnTo>
                    <a:pt x="-49" y="472389"/>
                  </a:lnTo>
                  <a:cubicBezTo>
                    <a:pt x="-49" y="733099"/>
                    <a:pt x="211142" y="944542"/>
                    <a:pt x="471852" y="944851"/>
                  </a:cubicBezTo>
                  <a:close/>
                </a:path>
              </a:pathLst>
            </a:custGeom>
            <a:solidFill>
              <a:schemeClr val="accent2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4" name="Freeform: Shape 17723">
              <a:extLst>
                <a:ext uri="{FF2B5EF4-FFF2-40B4-BE49-F238E27FC236}">
                  <a16:creationId xmlns:a16="http://schemas.microsoft.com/office/drawing/2014/main" id="{BCFC0B77-4B41-0AD0-663F-6ECCE691C282}"/>
                </a:ext>
              </a:extLst>
            </p:cNvPr>
            <p:cNvSpPr/>
            <p:nvPr/>
          </p:nvSpPr>
          <p:spPr>
            <a:xfrm>
              <a:off x="7947824" y="2235769"/>
              <a:ext cx="1143561" cy="207052"/>
            </a:xfrm>
            <a:custGeom>
              <a:avLst/>
              <a:gdLst>
                <a:gd name="connsiteX0" fmla="*/ 103337 w 1143561"/>
                <a:gd name="connsiteY0" fmla="*/ 206979 h 207052"/>
                <a:gd name="connsiteX1" fmla="*/ 1143512 w 1143561"/>
                <a:gd name="connsiteY1" fmla="*/ 206979 h 207052"/>
                <a:gd name="connsiteX2" fmla="*/ 1143512 w 1143561"/>
                <a:gd name="connsiteY2" fmla="*/ -74 h 207052"/>
                <a:gd name="connsiteX3" fmla="*/ 103337 w 1143561"/>
                <a:gd name="connsiteY3" fmla="*/ -74 h 207052"/>
                <a:gd name="connsiteX4" fmla="*/ -49 w 1143561"/>
                <a:gd name="connsiteY4" fmla="*/ 103312 h 207052"/>
                <a:gd name="connsiteX5" fmla="*/ -49 w 1143561"/>
                <a:gd name="connsiteY5" fmla="*/ 103733 h 207052"/>
                <a:gd name="connsiteX6" fmla="*/ -49 w 1143561"/>
                <a:gd name="connsiteY6" fmla="*/ 103733 h 207052"/>
                <a:gd name="connsiteX7" fmla="*/ 103337 w 1143561"/>
                <a:gd name="connsiteY7" fmla="*/ 206979 h 20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561" h="207052">
                  <a:moveTo>
                    <a:pt x="103337" y="206979"/>
                  </a:moveTo>
                  <a:lnTo>
                    <a:pt x="1143512" y="206979"/>
                  </a:lnTo>
                  <a:lnTo>
                    <a:pt x="1143512" y="-74"/>
                  </a:lnTo>
                  <a:lnTo>
                    <a:pt x="103337" y="-74"/>
                  </a:lnTo>
                  <a:cubicBezTo>
                    <a:pt x="46243" y="-74"/>
                    <a:pt x="-49" y="46218"/>
                    <a:pt x="-49" y="103312"/>
                  </a:cubicBezTo>
                  <a:cubicBezTo>
                    <a:pt x="-49" y="103453"/>
                    <a:pt x="-49" y="103593"/>
                    <a:pt x="-49" y="103733"/>
                  </a:cubicBezTo>
                  <a:lnTo>
                    <a:pt x="-49" y="103733"/>
                  </a:lnTo>
                  <a:cubicBezTo>
                    <a:pt x="105" y="160743"/>
                    <a:pt x="46327" y="206909"/>
                    <a:pt x="103337" y="206979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5" name="Freeform: Shape 17724">
              <a:extLst>
                <a:ext uri="{FF2B5EF4-FFF2-40B4-BE49-F238E27FC236}">
                  <a16:creationId xmlns:a16="http://schemas.microsoft.com/office/drawing/2014/main" id="{6676DA0B-6B49-DBE0-2803-C6428FD1067D}"/>
                </a:ext>
              </a:extLst>
            </p:cNvPr>
            <p:cNvSpPr/>
            <p:nvPr/>
          </p:nvSpPr>
          <p:spPr>
            <a:xfrm>
              <a:off x="6825585" y="1177368"/>
              <a:ext cx="2376481" cy="945065"/>
            </a:xfrm>
            <a:custGeom>
              <a:avLst/>
              <a:gdLst>
                <a:gd name="connsiteX0" fmla="*/ 1903969 w 2376481"/>
                <a:gd name="connsiteY0" fmla="*/ 944991 h 945065"/>
                <a:gd name="connsiteX1" fmla="*/ -49 w 2376481"/>
                <a:gd name="connsiteY1" fmla="*/ 944991 h 945065"/>
                <a:gd name="connsiteX2" fmla="*/ -49 w 2376481"/>
                <a:gd name="connsiteY2" fmla="*/ -74 h 945065"/>
                <a:gd name="connsiteX3" fmla="*/ 1903969 w 2376481"/>
                <a:gd name="connsiteY3" fmla="*/ -74 h 945065"/>
                <a:gd name="connsiteX4" fmla="*/ 2376432 w 2376481"/>
                <a:gd name="connsiteY4" fmla="*/ 471828 h 945065"/>
                <a:gd name="connsiteX5" fmla="*/ 2376432 w 2376481"/>
                <a:gd name="connsiteY5" fmla="*/ 471828 h 945065"/>
                <a:gd name="connsiteX6" fmla="*/ 1904670 w 2376481"/>
                <a:gd name="connsiteY6" fmla="*/ 944991 h 945065"/>
                <a:gd name="connsiteX7" fmla="*/ 1903969 w 2376481"/>
                <a:gd name="connsiteY7" fmla="*/ 944991 h 94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6481" h="945065">
                  <a:moveTo>
                    <a:pt x="1903969" y="944991"/>
                  </a:moveTo>
                  <a:lnTo>
                    <a:pt x="-49" y="944991"/>
                  </a:lnTo>
                  <a:lnTo>
                    <a:pt x="-49" y="-74"/>
                  </a:lnTo>
                  <a:lnTo>
                    <a:pt x="1903969" y="-74"/>
                  </a:lnTo>
                  <a:cubicBezTo>
                    <a:pt x="2164679" y="-74"/>
                    <a:pt x="2376123" y="211117"/>
                    <a:pt x="2376432" y="471828"/>
                  </a:cubicBezTo>
                  <a:lnTo>
                    <a:pt x="2376432" y="471828"/>
                  </a:lnTo>
                  <a:cubicBezTo>
                    <a:pt x="2376824" y="732762"/>
                    <a:pt x="2165605" y="944599"/>
                    <a:pt x="1904670" y="944991"/>
                  </a:cubicBezTo>
                  <a:cubicBezTo>
                    <a:pt x="1904432" y="944991"/>
                    <a:pt x="1904208" y="944991"/>
                    <a:pt x="1903969" y="944991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6" name="Freeform: Shape 17725">
              <a:extLst>
                <a:ext uri="{FF2B5EF4-FFF2-40B4-BE49-F238E27FC236}">
                  <a16:creationId xmlns:a16="http://schemas.microsoft.com/office/drawing/2014/main" id="{86DD7524-C0A4-7FDC-51F4-2191AFA7C99A}"/>
                </a:ext>
              </a:extLst>
            </p:cNvPr>
            <p:cNvSpPr/>
            <p:nvPr/>
          </p:nvSpPr>
          <p:spPr>
            <a:xfrm>
              <a:off x="6765125" y="1117468"/>
              <a:ext cx="2377042" cy="944924"/>
            </a:xfrm>
            <a:custGeom>
              <a:avLst/>
              <a:gdLst>
                <a:gd name="connsiteX0" fmla="*/ 1904530 w 2377042"/>
                <a:gd name="connsiteY0" fmla="*/ 944851 h 944924"/>
                <a:gd name="connsiteX1" fmla="*/ -49 w 2377042"/>
                <a:gd name="connsiteY1" fmla="*/ 944851 h 944924"/>
                <a:gd name="connsiteX2" fmla="*/ -49 w 2377042"/>
                <a:gd name="connsiteY2" fmla="*/ -74 h 944924"/>
                <a:gd name="connsiteX3" fmla="*/ 1904530 w 2377042"/>
                <a:gd name="connsiteY3" fmla="*/ -74 h 944924"/>
                <a:gd name="connsiteX4" fmla="*/ 2376993 w 2377042"/>
                <a:gd name="connsiteY4" fmla="*/ 472389 h 944924"/>
                <a:gd name="connsiteX5" fmla="*/ 2376993 w 2377042"/>
                <a:gd name="connsiteY5" fmla="*/ 472389 h 944924"/>
                <a:gd name="connsiteX6" fmla="*/ 1904530 w 2377042"/>
                <a:gd name="connsiteY6" fmla="*/ 944851 h 944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7042" h="944924">
                  <a:moveTo>
                    <a:pt x="1904530" y="944851"/>
                  </a:moveTo>
                  <a:lnTo>
                    <a:pt x="-49" y="944851"/>
                  </a:lnTo>
                  <a:lnTo>
                    <a:pt x="-49" y="-74"/>
                  </a:lnTo>
                  <a:lnTo>
                    <a:pt x="1904530" y="-74"/>
                  </a:lnTo>
                  <a:cubicBezTo>
                    <a:pt x="2165465" y="-74"/>
                    <a:pt x="2376993" y="211454"/>
                    <a:pt x="2376993" y="472389"/>
                  </a:cubicBezTo>
                  <a:lnTo>
                    <a:pt x="2376993" y="472389"/>
                  </a:lnTo>
                  <a:cubicBezTo>
                    <a:pt x="2376993" y="733323"/>
                    <a:pt x="2165465" y="944851"/>
                    <a:pt x="1904530" y="944851"/>
                  </a:cubicBezTo>
                  <a:close/>
                </a:path>
              </a:pathLst>
            </a:custGeom>
            <a:solidFill>
              <a:schemeClr val="accent1"/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7" name="Freeform: Shape 17726">
              <a:extLst>
                <a:ext uri="{FF2B5EF4-FFF2-40B4-BE49-F238E27FC236}">
                  <a16:creationId xmlns:a16="http://schemas.microsoft.com/office/drawing/2014/main" id="{94008B1B-B71F-6B23-CA74-48E9530C389A}"/>
                </a:ext>
              </a:extLst>
            </p:cNvPr>
            <p:cNvSpPr/>
            <p:nvPr/>
          </p:nvSpPr>
          <p:spPr>
            <a:xfrm>
              <a:off x="6875805" y="988222"/>
              <a:ext cx="1143701" cy="207053"/>
            </a:xfrm>
            <a:custGeom>
              <a:avLst/>
              <a:gdLst>
                <a:gd name="connsiteX0" fmla="*/ 1040126 w 1143701"/>
                <a:gd name="connsiteY0" fmla="*/ 206979 h 207053"/>
                <a:gd name="connsiteX1" fmla="*/ -49 w 1143701"/>
                <a:gd name="connsiteY1" fmla="*/ 206979 h 207053"/>
                <a:gd name="connsiteX2" fmla="*/ -49 w 1143701"/>
                <a:gd name="connsiteY2" fmla="*/ -74 h 207053"/>
                <a:gd name="connsiteX3" fmla="*/ 1040126 w 1143701"/>
                <a:gd name="connsiteY3" fmla="*/ -74 h 207053"/>
                <a:gd name="connsiteX4" fmla="*/ 1143652 w 1143701"/>
                <a:gd name="connsiteY4" fmla="*/ 103172 h 207053"/>
                <a:gd name="connsiteX5" fmla="*/ 1143652 w 1143701"/>
                <a:gd name="connsiteY5" fmla="*/ 103453 h 207053"/>
                <a:gd name="connsiteX6" fmla="*/ 1143652 w 1143701"/>
                <a:gd name="connsiteY6" fmla="*/ 103453 h 207053"/>
                <a:gd name="connsiteX7" fmla="*/ 1040126 w 1143701"/>
                <a:gd name="connsiteY7" fmla="*/ 206979 h 20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701" h="207053">
                  <a:moveTo>
                    <a:pt x="1040126" y="206979"/>
                  </a:moveTo>
                  <a:lnTo>
                    <a:pt x="-49" y="206979"/>
                  </a:lnTo>
                  <a:lnTo>
                    <a:pt x="-49" y="-74"/>
                  </a:lnTo>
                  <a:lnTo>
                    <a:pt x="1040126" y="-74"/>
                  </a:lnTo>
                  <a:cubicBezTo>
                    <a:pt x="1097220" y="-151"/>
                    <a:pt x="1143568" y="46073"/>
                    <a:pt x="1143652" y="103172"/>
                  </a:cubicBezTo>
                  <a:cubicBezTo>
                    <a:pt x="1143652" y="103265"/>
                    <a:pt x="1143652" y="103359"/>
                    <a:pt x="1143652" y="103453"/>
                  </a:cubicBezTo>
                  <a:lnTo>
                    <a:pt x="1143652" y="103453"/>
                  </a:lnTo>
                  <a:cubicBezTo>
                    <a:pt x="1143652" y="160629"/>
                    <a:pt x="1097304" y="206979"/>
                    <a:pt x="1040126" y="206979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4014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728" name="TextBox 17727">
              <a:extLst>
                <a:ext uri="{FF2B5EF4-FFF2-40B4-BE49-F238E27FC236}">
                  <a16:creationId xmlns:a16="http://schemas.microsoft.com/office/drawing/2014/main" id="{3B135DFC-77FA-D21F-BB2D-7F5786BFA603}"/>
                </a:ext>
              </a:extLst>
            </p:cNvPr>
            <p:cNvSpPr txBox="1"/>
            <p:nvPr/>
          </p:nvSpPr>
          <p:spPr>
            <a:xfrm>
              <a:off x="6875805" y="1259070"/>
              <a:ext cx="2012969" cy="6690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</a:rPr>
                <a:t>Institutions &amp; Offices:</a:t>
              </a:r>
            </a:p>
            <a:p>
              <a:r>
                <a:rPr lang="en-US" sz="1200" dirty="0">
                  <a:solidFill>
                    <a:schemeClr val="bg1"/>
                  </a:solidFill>
                </a:rPr>
                <a:t>Substantial reduction in electricity bills through automated, data-driven energy management.</a:t>
              </a:r>
              <a:endPara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729" name="TextBox 17728">
              <a:extLst>
                <a:ext uri="{FF2B5EF4-FFF2-40B4-BE49-F238E27FC236}">
                  <a16:creationId xmlns:a16="http://schemas.microsoft.com/office/drawing/2014/main" id="{E1C328A1-9C37-9E93-9CE0-7955DAD83A4B}"/>
                </a:ext>
              </a:extLst>
            </p:cNvPr>
            <p:cNvSpPr txBox="1"/>
            <p:nvPr/>
          </p:nvSpPr>
          <p:spPr>
            <a:xfrm>
              <a:off x="7165626" y="2490166"/>
              <a:ext cx="1926029" cy="8295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400" b="1" dirty="0">
                  <a:solidFill>
                    <a:schemeClr val="bg1"/>
                  </a:solidFill>
                </a:rPr>
                <a:t>Industries:</a:t>
              </a:r>
              <a:br>
                <a:rPr lang="en-IN" sz="14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Improved operational efficiency by eliminating human dependency in switching appliances</a:t>
              </a:r>
              <a:r>
                <a:rPr lang="en-US" sz="1200" dirty="0"/>
                <a:t>.</a:t>
              </a:r>
              <a:endPara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730" name="TextBox 17729">
              <a:extLst>
                <a:ext uri="{FF2B5EF4-FFF2-40B4-BE49-F238E27FC236}">
                  <a16:creationId xmlns:a16="http://schemas.microsoft.com/office/drawing/2014/main" id="{0C8F8884-A73D-C5F8-CCA5-3FA69EDFE6F4}"/>
                </a:ext>
              </a:extLst>
            </p:cNvPr>
            <p:cNvSpPr txBox="1"/>
            <p:nvPr/>
          </p:nvSpPr>
          <p:spPr>
            <a:xfrm>
              <a:off x="6875805" y="3721473"/>
              <a:ext cx="2084391" cy="6690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</a:rPr>
                <a:t>Students &amp; Employees:</a:t>
              </a:r>
              <a:br>
                <a:rPr lang="en-IN" sz="1400" b="1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Comfortable, eco-friendly working environment with optimized lighting and fan control.</a:t>
              </a:r>
              <a:endPara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733" name="TextBox 17732">
              <a:extLst>
                <a:ext uri="{FF2B5EF4-FFF2-40B4-BE49-F238E27FC236}">
                  <a16:creationId xmlns:a16="http://schemas.microsoft.com/office/drawing/2014/main" id="{34B10323-2146-B804-6102-3DF55AFCF22E}"/>
                </a:ext>
              </a:extLst>
            </p:cNvPr>
            <p:cNvSpPr txBox="1"/>
            <p:nvPr/>
          </p:nvSpPr>
          <p:spPr>
            <a:xfrm>
              <a:off x="6875805" y="937859"/>
              <a:ext cx="3898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01</a:t>
              </a:r>
              <a:endPara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734" name="TextBox 17733">
              <a:extLst>
                <a:ext uri="{FF2B5EF4-FFF2-40B4-BE49-F238E27FC236}">
                  <a16:creationId xmlns:a16="http://schemas.microsoft.com/office/drawing/2014/main" id="{6E53BE25-CE13-B886-7AB4-E48D5C5A009A}"/>
                </a:ext>
              </a:extLst>
            </p:cNvPr>
            <p:cNvSpPr txBox="1"/>
            <p:nvPr/>
          </p:nvSpPr>
          <p:spPr>
            <a:xfrm>
              <a:off x="8701804" y="2185407"/>
              <a:ext cx="3898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02</a:t>
              </a:r>
              <a:endPara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735" name="TextBox 17734">
              <a:extLst>
                <a:ext uri="{FF2B5EF4-FFF2-40B4-BE49-F238E27FC236}">
                  <a16:creationId xmlns:a16="http://schemas.microsoft.com/office/drawing/2014/main" id="{9B1BAF6B-1174-8723-FD7C-F493A7E8C2A2}"/>
                </a:ext>
              </a:extLst>
            </p:cNvPr>
            <p:cNvSpPr txBox="1"/>
            <p:nvPr/>
          </p:nvSpPr>
          <p:spPr>
            <a:xfrm>
              <a:off x="6875805" y="3421875"/>
              <a:ext cx="3898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03</a:t>
              </a:r>
              <a:endPara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7739" name="Graphic 17738" descr="Schoolhouse with solid fill">
            <a:extLst>
              <a:ext uri="{FF2B5EF4-FFF2-40B4-BE49-F238E27FC236}">
                <a16:creationId xmlns:a16="http://schemas.microsoft.com/office/drawing/2014/main" id="{3B86969E-779A-195A-7FF2-F0561563B5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4082" y="2172003"/>
            <a:ext cx="850929" cy="850929"/>
          </a:xfrm>
          <a:prstGeom prst="rect">
            <a:avLst/>
          </a:prstGeom>
        </p:spPr>
      </p:pic>
      <p:pic>
        <p:nvPicPr>
          <p:cNvPr id="17740" name="Graphic 17739" descr="Factory with solid fill">
            <a:extLst>
              <a:ext uri="{FF2B5EF4-FFF2-40B4-BE49-F238E27FC236}">
                <a16:creationId xmlns:a16="http://schemas.microsoft.com/office/drawing/2014/main" id="{497953FB-98B6-B945-4BBD-EAB5E326BC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77032" y="3729791"/>
            <a:ext cx="811671" cy="811671"/>
          </a:xfrm>
          <a:prstGeom prst="rect">
            <a:avLst/>
          </a:prstGeom>
        </p:spPr>
      </p:pic>
      <p:pic>
        <p:nvPicPr>
          <p:cNvPr id="17742" name="Graphic 17741" descr="Classroom with solid fill">
            <a:extLst>
              <a:ext uri="{FF2B5EF4-FFF2-40B4-BE49-F238E27FC236}">
                <a16:creationId xmlns:a16="http://schemas.microsoft.com/office/drawing/2014/main" id="{3E6C906F-37DB-5F84-2448-BEDEE17600E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46743" y="5391716"/>
            <a:ext cx="596979" cy="5969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A43E7A-CE6E-D6EF-480F-5E139BC41CD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14657" y="-209695"/>
            <a:ext cx="1448513" cy="146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05418" y="6356353"/>
            <a:ext cx="353961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C1CEEDA-7F87-51FA-C992-3BC01CF3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002955"/>
              </p:ext>
            </p:extLst>
          </p:nvPr>
        </p:nvGraphicFramePr>
        <p:xfrm>
          <a:off x="1713367" y="1097286"/>
          <a:ext cx="8127999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7920666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73924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58722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Summary /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45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IoT-Based Smart Energy Management System using PZEM-004t Sensor &amp; Node MCU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 practical implementation using IoT, sensors, relays and power monitoring modules — useful baseline to compare hardware + software aspects.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4"/>
                        </a:rPr>
                        <a:t>IJERT Article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4"/>
                        </a:rPr>
                        <a:t>IJERT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97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Design and Implementation of Smart Energy Management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Monitors energy consumption (lighting, temperature, humidity, electrical parameters) using IoT; shows real deployment and data acquisition.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5"/>
                        </a:rPr>
                        <a:t>PDF Paper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5"/>
                        </a:rPr>
                        <a:t>LPPM Repository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74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A Novel Robust Smart Energy Management and Demand Reduction for Smart Homes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Proposes a real-time energy scheduling + IoT-based system, showing methodologies in demand-side control and system architecture.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6"/>
                        </a:rPr>
                        <a:t>MDPI Sensors Article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6"/>
                        </a:rPr>
                        <a:t>MDPI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40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IoT-Enabled Energy Management Systems for Sustainable Energy Storage: Design, Optimization, and Future Directions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Discusses IoT architectures for energy management, how to optimize, relevant especially for integrating sensors and data flows.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7"/>
                        </a:rPr>
                        <a:t>ResearchGate / Publication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7"/>
                        </a:rPr>
                        <a:t>ResearchGate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9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IoT-Enabled Smart Energy Management Device for Optimal Operation of DERs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Focuses on IoT maturity and energy cost management — useful for understanding larger-scale systems beyond simple node-level IoT.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hlinkClick r:id="rId8"/>
                        </a:rPr>
                        <a:t>ScienceDirect Abstract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8"/>
                        </a:rPr>
                        <a:t>ScienceDirect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46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Prototype Model of Smart Energy Meter Utilizing IoT Technology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Demonstrates usage of power sensors and energy measurement modules in IoT systems — good reference for your current sensor parts.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hlinkClick r:id="rId9"/>
                        </a:rPr>
                        <a:t>IJCRT PDF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hlinkClick r:id="rId9"/>
                        </a:rPr>
                        <a:t>IJCRT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51486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B39D487-FC78-B98F-70B0-C846C6315E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14657" y="-209695"/>
            <a:ext cx="1448513" cy="146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8476</TotalTime>
  <Words>927</Words>
  <Application>Microsoft Office PowerPoint</Application>
  <PresentationFormat>Widescreen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Georgia</vt:lpstr>
      <vt:lpstr>Georgia Pro Light</vt:lpstr>
      <vt:lpstr>Segoe UI</vt:lpstr>
      <vt:lpstr>Times New Roman</vt:lpstr>
      <vt:lpstr>TradeGothic</vt:lpstr>
      <vt:lpstr>Office Theme</vt:lpstr>
      <vt:lpstr>SMART INDIA HACKATHON 2025</vt:lpstr>
      <vt:lpstr> Green Switch: Smart Energy Saver and Monitoring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Ahmad Zaid Syed</cp:lastModifiedBy>
  <cp:revision>168</cp:revision>
  <dcterms:created xsi:type="dcterms:W3CDTF">2013-12-12T18:46:50Z</dcterms:created>
  <dcterms:modified xsi:type="dcterms:W3CDTF">2025-10-01T14:18:10Z</dcterms:modified>
  <cp:category/>
</cp:coreProperties>
</file>